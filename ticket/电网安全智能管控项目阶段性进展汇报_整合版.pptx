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eb227a8169a43c0" /><Relationship Type="http://schemas.openxmlformats.org/officeDocument/2006/relationships/extended-properties" Target="/docProps/app.xml" Id="R4ee08c9fb4824d7c" /><Relationship Type="http://schemas.openxmlformats.org/officeDocument/2006/relationships/officeDocument" Target="/ppt/presentation.xml" Id="Rcfed1f21b14d4442" /></Relationships>
</file>

<file path=ppt/presentation.xml><?xml version="1.0" encoding="utf-8"?>
<p:presentation xmlns:p="http://schemas.openxmlformats.org/presentationml/2006/main">
  <p:sldMasterIdLst>
    <p:sldMasterId xmlns:r="http://schemas.openxmlformats.org/officeDocument/2006/relationships" id="2147483648" r:id="Rb373637b56874c61"/>
  </p:sldMasterIdLst>
  <p:notesMasterIdLst>
    <p:notesMasterId xmlns:r="http://schemas.openxmlformats.org/officeDocument/2006/relationships" r:id="Rc386af00a4254a37"/>
  </p:notesMasterIdLst>
  <p:sldIdLst>
    <p:sldId xmlns:r="http://schemas.openxmlformats.org/officeDocument/2006/relationships" id="256" r:id="Rf24e82a182bd445c"/>
    <p:sldId xmlns:r="http://schemas.openxmlformats.org/officeDocument/2006/relationships" id="257" r:id="R2178f9923b5f4378"/>
    <p:sldId xmlns:r="http://schemas.openxmlformats.org/officeDocument/2006/relationships" id="258" r:id="Raca579fe4cce4f7f"/>
    <p:sldId xmlns:r="http://schemas.openxmlformats.org/officeDocument/2006/relationships" id="259" r:id="Rd97c786c9adc4d5e"/>
    <p:sldId xmlns:r="http://schemas.openxmlformats.org/officeDocument/2006/relationships" id="260" r:id="R87208680ec8f453f"/>
    <p:sldId xmlns:r="http://schemas.openxmlformats.org/officeDocument/2006/relationships" id="261" r:id="R5b2c6a4424de4798"/>
    <p:sldId xmlns:r="http://schemas.openxmlformats.org/officeDocument/2006/relationships" id="262" r:id="R9ae2467404884bc3"/>
    <p:sldId xmlns:r="http://schemas.openxmlformats.org/officeDocument/2006/relationships" id="263" r:id="Ra6fc36f599cc4271"/>
    <p:sldId xmlns:r="http://schemas.openxmlformats.org/officeDocument/2006/relationships" id="264" r:id="Rd40c265036314406"/>
    <p:sldId xmlns:r="http://schemas.openxmlformats.org/officeDocument/2006/relationships" id="265" r:id="R5d42129e68aa496f"/>
    <p:sldId xmlns:r="http://schemas.openxmlformats.org/officeDocument/2006/relationships" id="266" r:id="R9e67ddbf19ac458e"/>
    <p:sldId xmlns:r="http://schemas.openxmlformats.org/officeDocument/2006/relationships" id="267" r:id="R78c05f67bc0b4054"/>
    <p:sldId xmlns:r="http://schemas.openxmlformats.org/officeDocument/2006/relationships" id="268" r:id="R077c01216fd84aad"/>
    <p:sldId xmlns:r="http://schemas.openxmlformats.org/officeDocument/2006/relationships" id="269" r:id="R1b815397733b41d9"/>
    <p:sldId xmlns:r="http://schemas.openxmlformats.org/officeDocument/2006/relationships" id="270" r:id="Ra1d10846707d4a37"/>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9800afe419074599" /><Relationship Type="http://schemas.openxmlformats.org/officeDocument/2006/relationships/slideMaster" Target="/ppt/slideMasters/slideMaster1.xml" Id="Rb373637b56874c61" /><Relationship Type="http://schemas.openxmlformats.org/officeDocument/2006/relationships/notesMaster" Target="/ppt/notesMasters/notesMaster1.xml" Id="Rc386af00a4254a37" /><Relationship Type="http://schemas.openxmlformats.org/officeDocument/2006/relationships/presProps" Target="/ppt/presProps.xml" Id="R9b1869e74a7a4a34" /><Relationship Type="http://schemas.openxmlformats.org/officeDocument/2006/relationships/viewProps" Target="/ppt/viewProps.xml" Id="R75abde23e27d4088" /><Relationship Type="http://schemas.openxmlformats.org/officeDocument/2006/relationships/tableStyles" Target="/ppt/tableStyles.xml" Id="R12f2ebf02e3048c2" /><Relationship Type="http://schemas.openxmlformats.org/officeDocument/2006/relationships/slide" Target="/ppt/slides/slide1.xml" Id="Rf24e82a182bd445c" /><Relationship Type="http://schemas.openxmlformats.org/officeDocument/2006/relationships/slide" Target="/ppt/slides/slide2.xml" Id="R2178f9923b5f4378" /><Relationship Type="http://schemas.openxmlformats.org/officeDocument/2006/relationships/slide" Target="/ppt/slides/slide3.xml" Id="Raca579fe4cce4f7f" /><Relationship Type="http://schemas.openxmlformats.org/officeDocument/2006/relationships/slide" Target="/ppt/slides/slide4.xml" Id="Rd97c786c9adc4d5e" /><Relationship Type="http://schemas.openxmlformats.org/officeDocument/2006/relationships/slide" Target="/ppt/slides/slide5.xml" Id="R87208680ec8f453f" /><Relationship Type="http://schemas.openxmlformats.org/officeDocument/2006/relationships/slide" Target="/ppt/slides/slide6.xml" Id="R5b2c6a4424de4798" /><Relationship Type="http://schemas.openxmlformats.org/officeDocument/2006/relationships/slide" Target="/ppt/slides/slide7.xml" Id="R9ae2467404884bc3" /><Relationship Type="http://schemas.openxmlformats.org/officeDocument/2006/relationships/slide" Target="/ppt/slides/slide8.xml" Id="Ra6fc36f599cc4271" /><Relationship Type="http://schemas.openxmlformats.org/officeDocument/2006/relationships/slide" Target="/ppt/slides/slide9.xml" Id="Rd40c265036314406" /><Relationship Type="http://schemas.openxmlformats.org/officeDocument/2006/relationships/slide" Target="/ppt/slides/slide10.xml" Id="R5d42129e68aa496f" /><Relationship Type="http://schemas.openxmlformats.org/officeDocument/2006/relationships/slide" Target="/ppt/slides/slide11.xml" Id="R9e67ddbf19ac458e" /><Relationship Type="http://schemas.openxmlformats.org/officeDocument/2006/relationships/slide" Target="/ppt/slides/slide12.xml" Id="R78c05f67bc0b4054" /><Relationship Type="http://schemas.openxmlformats.org/officeDocument/2006/relationships/slide" Target="/ppt/slides/slide13.xml" Id="R077c01216fd84aad" /><Relationship Type="http://schemas.openxmlformats.org/officeDocument/2006/relationships/slide" Target="/ppt/slides/slide14.xml" Id="R1b815397733b41d9" /><Relationship Type="http://schemas.openxmlformats.org/officeDocument/2006/relationships/slide" Target="/ppt/slides/slide15.xml" Id="Ra1d10846707d4a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8b3a62655a42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e58682132f4a7a" /><Relationship Type="http://schemas.openxmlformats.org/officeDocument/2006/relationships/notesMaster" Target="/ppt/notesMasters/notesMaster1.xml" Id="Ra9cbe435715a47b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2d93d72b874ca3" /><Relationship Type="http://schemas.openxmlformats.org/officeDocument/2006/relationships/notesMaster" Target="/ppt/notesMasters/notesMaster1.xml" Id="Ra71ae1f82f9749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ed1bc03f054b23" /><Relationship Type="http://schemas.openxmlformats.org/officeDocument/2006/relationships/notesMaster" Target="/ppt/notesMasters/notesMaster1.xml" Id="R9f08912f469140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6fd703e84a4475" /><Relationship Type="http://schemas.openxmlformats.org/officeDocument/2006/relationships/notesMaster" Target="/ppt/notesMasters/notesMaster1.xml" Id="R7fb7ec71496a4b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c169b45f3f4a50" /><Relationship Type="http://schemas.openxmlformats.org/officeDocument/2006/relationships/notesMaster" Target="/ppt/notesMasters/notesMaster1.xml" Id="R78c922ddedba49e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09292b02484b58" /><Relationship Type="http://schemas.openxmlformats.org/officeDocument/2006/relationships/notesMaster" Target="/ppt/notesMasters/notesMaster1.xml" Id="R2070e0151f264f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75e57ba7a34d87" /><Relationship Type="http://schemas.openxmlformats.org/officeDocument/2006/relationships/notesMaster" Target="/ppt/notesMasters/notesMaster1.xml" Id="Rc05e9c2a2eaa49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7e7d18d6f848e6" /><Relationship Type="http://schemas.openxmlformats.org/officeDocument/2006/relationships/notesMaster" Target="/ppt/notesMasters/notesMaster1.xml" Id="R4cd96f804e654a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ef71c3c04dfd497d" /><Relationship Type="http://schemas.openxmlformats.org/officeDocument/2006/relationships/notesMaster" Target="/ppt/notesMasters/notesMaster1.xml" Id="R3cb0274c7ae745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b88c8efa9d4633" /><Relationship Type="http://schemas.openxmlformats.org/officeDocument/2006/relationships/notesMaster" Target="/ppt/notesMasters/notesMaster1.xml" Id="R2ad711d07fa44d7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93baf392894d54" /><Relationship Type="http://schemas.openxmlformats.org/officeDocument/2006/relationships/notesMaster" Target="/ppt/notesMasters/notesMaster1.xml" Id="R197ce276751e411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95e4d08a55411d" /><Relationship Type="http://schemas.openxmlformats.org/officeDocument/2006/relationships/notesMaster" Target="/ppt/notesMasters/notesMaster1.xml" Id="R89cb964ea513403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9fce4274a1e4749" /><Relationship Type="http://schemas.openxmlformats.org/officeDocument/2006/relationships/notesMaster" Target="/ppt/notesMasters/notesMaster1.xml" Id="R0763b10758c346f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970fad75f1a4de1" /><Relationship Type="http://schemas.openxmlformats.org/officeDocument/2006/relationships/notesMaster" Target="/ppt/notesMasters/notesMaster1.xml" Id="Rfd9d4687b1aa489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56e6767082c42e6" /><Relationship Type="http://schemas.openxmlformats.org/officeDocument/2006/relationships/notesMaster" Target="/ppt/notesMasters/notesMaster1.xml" Id="R6b9733cfb89a4c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lvl="0">
              <a:buNone/>
            </a:pPr>
            <a:r>
              <a:t>[Sources]</a:t>
            </a:r>
            <a:endParaRPr/>
          </a:p>
          <a:p xmlns:a="http://schemas.openxmlformats.org/drawingml/2006/main">
            <a:pPr lvl="0">
              <a:buNone/>
            </a:pPr>
            <a:r>
              <a:t>- 电网安全智能管控项目阶段性进展汇报.pptx（工程形态、实验预检、后续课题储备与8—9月计划）</a:t>
            </a:r>
            <a:endParaRPr/>
          </a:p>
          <a:p xmlns:a="http://schemas.openxmlformats.org/drawingml/2006/main">
            <a:pPr lvl="0">
              <a:buNone/>
            </a:pPr>
            <a:r>
              <a:t>- 项目阶段性进展汇报_2026年8月.pptx（统一视觉、总体主线、技术路线与项目证据）</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ct val="30000"/>
              </a:spcBef>
              <a:spcAft>
                <a:spcPct val="0"/>
              </a:spcAft>
              <a:buClrTx/>
              <a:buSzTx/>
              <a:buFontTx/>
              <a:buNone/>
            </a:pPr>
            <a:r>
              <a:t>[Sources]</a:t>
            </a:r>
            <a:endParaRPr sz="1200" b="0" i="0" u="none" kern="1200" cap="none" spc="0" baseline="0">
              <a:ln>
                <a:noFill/>
              </a:ln>
              <a:solidFill>
                <a:schemeClr val="tx1"/>
              </a:solidFill>
              <a:latin typeface="+mn-lt"/>
              <a:ea typeface="+mn-lt"/>
              <a:cs typeface="+mn-lt"/>
            </a:endParaRPr>
          </a:p>
          <a:p xmlns:a="http://schemas.openxmlformats.org/drawingml/2006/main">
            <a:pPr marL="0" marR="0" lvl="0" indent="0" algn="l" defTabSz="914400">
              <a:lnSpc>
                <a:spcPct val="100000"/>
              </a:lnSpc>
              <a:spcBef>
                <a:spcPct val="30000"/>
              </a:spcBef>
              <a:spcAft>
                <a:spcPct val="0"/>
              </a:spcAft>
              <a:buClrTx/>
              <a:buSzTx/>
              <a:buFontTx/>
              <a:buNone/>
            </a:pPr>
            <a:r>
              <a:t>- 电网安全智能管控项目阶段性进展汇报.pptx（工程形态、实验预检、后续课题储备与8—9月计划）</a:t>
            </a:r>
            <a:endParaRPr sz="1200" b="0" i="0" u="none" kern="1200" cap="none" spc="0" baseline="0">
              <a:ln>
                <a:noFill/>
              </a:ln>
              <a:solidFill>
                <a:schemeClr val="tx1"/>
              </a:solidFill>
              <a:latin typeface="+mn-lt"/>
              <a:ea typeface="+mn-lt"/>
              <a:cs typeface="+mn-lt"/>
            </a:endParaRPr>
          </a:p>
          <a:p xmlns:a="http://schemas.openxmlformats.org/drawingml/2006/main">
            <a:pPr marL="0" marR="0" lvl="0" indent="0" algn="l" defTabSz="914400">
              <a:lnSpc>
                <a:spcPct val="100000"/>
              </a:lnSpc>
              <a:spcBef>
                <a:spcPct val="30000"/>
              </a:spcBef>
              <a:spcAft>
                <a:spcPct val="0"/>
              </a:spcAft>
              <a:buClrTx/>
              <a:buSzTx/>
              <a:buFontTx/>
              <a:buNone/>
            </a:pPr>
            <a:r>
              <a:t>- 项目阶段性进展汇报_2026年8月.pptx（统一视觉、总体主线、技术路线与项目证据）</a:t>
            </a:r>
            <a:endParaRPr sz="1200" b="0" i="0" u="none" kern="1200" cap="none" spc="0" baseline="0">
              <a:ln>
                <a:noFill/>
              </a:ln>
              <a:solidFill>
                <a:schemeClr val="tx1"/>
              </a:solidFill>
              <a:latin typeface="+mn-lt"/>
              <a:ea typeface="+mn-lt"/>
              <a:cs typeface="+mn-lt"/>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ct val="30000"/>
              </a:spcBef>
              <a:spcAft>
                <a:spcPct val="0"/>
              </a:spcAft>
              <a:buClrTx/>
              <a:buSzTx/>
              <a:buFontTx/>
              <a:buNone/>
            </a:pPr>
            <a:r>
              <a:t>[Sources]</a:t>
            </a:r>
            <a:endParaRPr sz="1200" b="0" i="0" u="none" kern="1200" cap="none" spc="0" baseline="0">
              <a:ln>
                <a:noFill/>
              </a:ln>
              <a:solidFill>
                <a:schemeClr val="tx1"/>
              </a:solidFill>
              <a:latin typeface="+mn-lt"/>
              <a:ea typeface="+mn-lt"/>
              <a:cs typeface="+mn-lt"/>
            </a:endParaRPr>
          </a:p>
          <a:p xmlns:a="http://schemas.openxmlformats.org/drawingml/2006/main">
            <a:pPr marL="0" marR="0" lvl="0" indent="0" algn="l" defTabSz="914400">
              <a:lnSpc>
                <a:spcPct val="100000"/>
              </a:lnSpc>
              <a:spcBef>
                <a:spcPct val="30000"/>
              </a:spcBef>
              <a:spcAft>
                <a:spcPct val="0"/>
              </a:spcAft>
              <a:buClrTx/>
              <a:buSzTx/>
              <a:buFontTx/>
              <a:buNone/>
            </a:pPr>
            <a:r>
              <a:t>- 电网安全智能管控项目阶段性进展汇报.pptx（工程形态、实验预检、后续课题储备与8—9月计划）</a:t>
            </a:r>
            <a:endParaRPr sz="1200" b="0" i="0" u="none" kern="1200" cap="none" spc="0" baseline="0">
              <a:ln>
                <a:noFill/>
              </a:ln>
              <a:solidFill>
                <a:schemeClr val="tx1"/>
              </a:solidFill>
              <a:latin typeface="+mn-lt"/>
              <a:ea typeface="+mn-lt"/>
              <a:cs typeface="+mn-lt"/>
            </a:endParaRPr>
          </a:p>
          <a:p xmlns:a="http://schemas.openxmlformats.org/drawingml/2006/main">
            <a:pPr marL="0" marR="0" lvl="0" indent="0" algn="l" defTabSz="914400">
              <a:lnSpc>
                <a:spcPct val="100000"/>
              </a:lnSpc>
              <a:spcBef>
                <a:spcPct val="30000"/>
              </a:spcBef>
              <a:spcAft>
                <a:spcPct val="0"/>
              </a:spcAft>
              <a:buClrTx/>
              <a:buSzTx/>
              <a:buFontTx/>
              <a:buNone/>
            </a:pPr>
            <a:r>
              <a:t>- 项目阶段性进展汇报_2026年8月.pptx（统一视觉、总体主线、技术路线与项目证据）</a:t>
            </a:r>
            <a:endParaRPr sz="1200" b="0" i="0" u="none" kern="1200" cap="none" spc="0" baseline="0">
              <a:ln>
                <a:noFill/>
              </a:ln>
              <a:solidFill>
                <a:schemeClr val="tx1"/>
              </a:solidFill>
              <a:latin typeface="+mn-lt"/>
              <a:ea typeface="+mn-lt"/>
              <a:cs typeface="+mn-lt"/>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ct val="30000"/>
              </a:spcBef>
              <a:spcAft>
                <a:spcPct val="0"/>
              </a:spcAft>
              <a:buClrTx/>
              <a:buSzTx/>
              <a:buFontTx/>
              <a:buNone/>
            </a:pPr>
            <a:r>
              <a:t>[Sources]</a:t>
            </a:r>
            <a:endParaRPr sz="1200" b="0" i="0" u="none" kern="1200" cap="none" spc="0" baseline="0">
              <a:ln>
                <a:noFill/>
              </a:ln>
              <a:solidFill>
                <a:schemeClr val="tx1"/>
              </a:solidFill>
              <a:latin typeface="+mn-lt"/>
              <a:ea typeface="+mn-lt"/>
              <a:cs typeface="+mn-lt"/>
            </a:endParaRPr>
          </a:p>
          <a:p xmlns:a="http://schemas.openxmlformats.org/drawingml/2006/main">
            <a:pPr marL="0" marR="0" lvl="0" indent="0" algn="l" defTabSz="914400">
              <a:lnSpc>
                <a:spcPct val="100000"/>
              </a:lnSpc>
              <a:spcBef>
                <a:spcPct val="30000"/>
              </a:spcBef>
              <a:spcAft>
                <a:spcPct val="0"/>
              </a:spcAft>
              <a:buClrTx/>
              <a:buSzTx/>
              <a:buFontTx/>
              <a:buNone/>
            </a:pPr>
            <a:r>
              <a:t>- 项目阶段性进展汇报_2026年8月.pptx（统一视觉、总体主线、技术路线与项目证据）</a:t>
            </a:r>
            <a:endParaRPr sz="1200" b="0" i="0" u="none" kern="1200" cap="none" spc="0" baseline="0">
              <a:ln>
                <a:noFill/>
              </a:ln>
              <a:solidFill>
                <a:schemeClr val="tx1"/>
              </a:solidFill>
              <a:latin typeface="+mn-lt"/>
              <a:ea typeface="+mn-lt"/>
              <a:cs typeface="+mn-lt"/>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项目阶段性进展汇报_2026年8月.pptx（统一视觉、总体主线、技术路线与项目证据）</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项目阶段性进展汇报_2026年8月.pptx（统一视觉、总体主线、技术路线与项目证据）</a:t>
            </a:r>
            <a:endParaRPr/>
          </a:p>
          <a:p xmlns:a="http://schemas.openxmlformats.org/drawingml/2006/main">
            <a:r>
              <a:t>- PROJECT_GUIDE.md</a:t>
            </a:r>
            <a:endParaRPr/>
          </a:p>
          <a:p xmlns:a="http://schemas.openxmlformats.org/drawingml/2006/main">
            <a:r>
              <a:t>- service/unified_pipeline.py</a:t>
            </a:r>
            <a:endParaRPr/>
          </a:p>
          <a:p xmlns:a="http://schemas.openxmlformats.org/drawingml/2006/main">
            <a:r>
              <a:t>- service/neo4j_client.py</a:t>
            </a:r>
            <a:endParaRPr/>
          </a:p>
          <a:p xmlns:a="http://schemas.openxmlformats.org/drawingml/2006/main">
            <a:r>
              <a:t>- service/api_server.py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电网安全智能管控项目阶段性进展汇报.pptx（工程形态、实验预检、后续课题储备与8—9月计划）</a:t>
            </a:r>
            <a:endParaRPr/>
          </a:p>
          <a:p xmlns:a="http://schemas.openxmlformats.org/drawingml/2006/main">
            <a:r>
              <a:t>- 项目阶段性进展汇报_2026年8月.pptx（统一视觉、总体主线、技术路线与项目证据）</a:t>
            </a:r>
            <a:endParaRPr/>
          </a:p>
          <a:p xmlns:a="http://schemas.openxmlformats.org/drawingml/2006/main">
            <a:r>
              <a:t>- paddle_models/preprocess_and_ocr.py</a:t>
            </a:r>
            <a:endParaRPr/>
          </a:p>
          <a:p xmlns:a="http://schemas.openxmlformats.org/drawingml/2006/main">
            <a:r>
              <a:t>- pipeline_output/test1_ner.json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项目阶段性进展汇报_2026年8月.pptx（统一视觉、总体主线、技术路线与项目证据）</a:t>
            </a:r>
            <a:endParaRPr/>
          </a:p>
          <a:p xmlns:a="http://schemas.openxmlformats.org/drawingml/2006/main">
            <a:r>
              <a:t>- service/neo4j_client.py</a:t>
            </a:r>
            <a:endParaRPr/>
          </a:p>
          <a:p xmlns:a="http://schemas.openxmlformats.org/drawingml/2006/main">
            <a:r>
              <a:t>- service/seed_infrastructure.py</a:t>
            </a:r>
            <a:endParaRPr/>
          </a:p>
          <a:p xmlns:a="http://schemas.openxmlformats.org/drawingml/2006/main">
            <a:r>
              <a:t>- service/ingest_mock_data.py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电网安全智能管控项目阶段性进展汇报.pptx（工程形态、实验预检、后续课题储备与8—9月计划）</a:t>
            </a:r>
            <a:endParaRPr/>
          </a:p>
          <a:p xmlns:a="http://schemas.openxmlformats.org/drawingml/2006/main">
            <a:r>
              <a:t>- service/api_server.py</a:t>
            </a:r>
            <a:endParaRPr/>
          </a:p>
          <a:p xmlns:a="http://schemas.openxmlformats.org/drawingml/2006/main">
            <a:r>
              <a:t>- service/web_ui.py</a:t>
            </a:r>
            <a:endParaRPr/>
          </a:p>
          <a:p xmlns:a="http://schemas.openxmlformats.org/drawingml/2006/main">
            <a:r>
              <a:t>- service/ollama_client.py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电网安全智能管控项目阶段性进展汇报.pptx（工程形态、实验预检、后续课题储备与8—9月计划）</a:t>
            </a:r>
            <a:endParaRPr/>
          </a:p>
          <a:p xmlns:a="http://schemas.openxmlformats.org/drawingml/2006/main">
            <a:r>
              <a:t>- 项目阶段性进展汇报_2026年8月.pptx（统一视觉、总体主线、技术路线与项目证据）</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电网安全智能管控项目阶段性进展汇报.pptx（工程形态、实验预检、后续课题储备与8—9月计划）</a:t>
            </a:r>
            <a:endParaRPr/>
          </a:p>
          <a:p xmlns:a="http://schemas.openxmlformats.org/drawingml/2006/main">
            <a:r>
              <a:t>- 项目阶段性进展汇报_2026年8月.pptx（统一视觉、总体主线、技术路线与项目证据）</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电网安全智能管控项目阶段性进展汇报.pptx（工程形态、实验预检、后续课题储备与8—9月计划）</a:t>
            </a:r>
            <a:endParaRPr/>
          </a:p>
          <a:p xmlns:a="http://schemas.openxmlformats.org/drawingml/2006/main">
            <a:r>
              <a:t>- 项目阶段性进展汇报_2026年8月.pptx（统一视觉、总体主线、技术路线与项目证据）</a:t>
            </a:r>
            <a:endParaRPr/>
          </a:p>
          <a:p xmlns:a="http://schemas.openxmlformats.org/drawingml/2006/main">
            <a:r>
              <a:t>- PROJECT_GUIDE.md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电网安全智能管控项目阶段性进展汇报.pptx（工程形态、实验预检、后续课题储备与8—9月计划）</a:t>
            </a:r>
            <a:endParaRPr/>
          </a:p>
          <a:p xmlns:a="http://schemas.openxmlformats.org/drawingml/2006/main">
            <a:r>
              <a:t>- 项目阶段性进展汇报_2026年8月.pptx（统一视觉、总体主线、技术路线与项目证据）</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电网安全智能管控项目阶段性进展汇报.pptx（工程形态、实验预检、后续课题储备与8—9月计划）</a:t>
            </a:r>
            <a:endParaRPr/>
          </a:p>
          <a:p xmlns:a="http://schemas.openxmlformats.org/drawingml/2006/main">
            <a:r>
              <a:t>- 项目阶段性进展汇报_2026年8月.pptx（统一视觉、总体主线、技术路线与项目证据）</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电网安全智能管控项目阶段性进展汇报.pptx（工程形态、实验预检、后续课题储备与8—9月计划）</a:t>
            </a:r>
            <a:endParaRPr/>
          </a:p>
          <a:p xmlns:a="http://schemas.openxmlformats.org/drawingml/2006/main">
            <a:r>
              <a:t>- 项目阶段性进展汇报_2026年8月.pptx（统一视觉、总体主线、技术路线与项目证据）</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eba1f8f18149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91f8ffd5884482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a7ad41766d945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4aa822464d944d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5192e3d5ccf4c5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8cd5685e762423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cae956a5a5b40f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0cd122aace7408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44f9dd27f4440e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6aaf5921a624d6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06e2dfa2550477c"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85a4e32224fa4edd"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262aace5b4464e28"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a3902c6abac5453f" /></Relationships>
</file>

<file path=ppt/slideLayouts/slideLayout1.xml><?xml version="1.0" encoding="utf-8"?>
<p:sldLayout xmlns:p="http://schemas.openxmlformats.org/presentationml/2006/main" userDrawn="1">
  <p:cSld name="1_标题幻灯片">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F82280B0-3E6F-4F42-88E2-D36B7ECB6183}"/>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gradFill xmlns:a="http://schemas.openxmlformats.org/drawingml/2006/main">
            <a:gsLst>
              <a:gs pos="0">
                <a:schemeClr val="bg1">
                  <a:lumMod val="95000"/>
                </a:schemeClr>
              </a:gs>
              <a:gs pos="50000">
                <a:srgbClr val="F7F7F7"/>
              </a:gs>
              <a:gs pos="100000">
                <a:srgbClr val="FCFCFC"/>
              </a:gs>
            </a:gsLst>
            <a:lin ang="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5"/>
          </a:p>
        </p:txBody>
      </p:sp>
      <p:sp>
        <p:nvSpPr>
          <p:cNvPr id="7" name="文本占位符 6">
            <a:extLst xmlns:a="http://schemas.openxmlformats.org/drawingml/2006/main">
              <a:ext uri="{FF2B5EF4-FFF2-40B4-BE49-F238E27FC236}">
                <a16:creationId xmlns:a16="http://schemas.microsoft.com/office/drawing/2014/main" id="{ED95C224-3BF8-463C-9DB1-478D7346C5A1}"/>
              </a:ext>
            </a:extLst>
          </p:cNvPr>
          <p:cNvSpPr>
            <a:spLocks xmlns:a="http://schemas.openxmlformats.org/drawingml/2006/main" noGrp="1"/>
          </p:cNvSpPr>
          <p:nvPr>
            <p:ph type="body" idx="10"/>
          </p:nvPr>
        </p:nvSpPr>
        <p:spPr>
          <a:xfrm xmlns:a="http://schemas.openxmlformats.org/drawingml/2006/main">
            <a:off x="261117" y="176902"/>
            <a:ext cx="4704464" cy="382269"/>
          </a:xfrm>
          <a:prstGeom xmlns:a="http://schemas.openxmlformats.org/drawingml/2006/main" prst="rect">
            <a:avLst/>
          </a:prstGeom>
        </p:spPr>
        <p:txBody>
          <a:bodyPr xmlns:a="http://schemas.openxmlformats.org/drawingml/2006/main">
            <a:noAutofit/>
          </a:bodyPr>
          <a:lstStyle xmlns:a="http://schemas.openxmlformats.org/drawingml/2006/main">
            <a:lvl1pPr marL="0" indent="0">
              <a:buNone/>
              <a:defRPr sz="2600" b="1" spc="190" baseline="0">
                <a:solidFill>
                  <a:schemeClr val="tx1">
                    <a:lumMod val="75000"/>
                    <a:lumOff val="25000"/>
                  </a:schemeClr>
                </a:solidFill>
                <a:latin typeface="微软雅黑"/>
                <a:ea typeface="微软雅黑"/>
                <a:cs typeface="微软雅黑"/>
              </a:defRPr>
            </a:lvl1pPr>
          </a:lstStyle>
          <a:p xmlns:a="http://schemas.openxmlformats.org/drawingml/2006/main">
            <a:pPr lvl="0">
              <a:buNone/>
            </a:pPr>
            <a:endParaRPr/>
          </a:p>
        </p:txBody>
      </p:sp>
    </p:spTree>
  </p:cSld>
</p:sldLayout>
</file>

<file path=ppt/slideLayouts/slideLayout2.xml><?xml version="1.0" encoding="utf-8"?>
<p:sldLayout xmlns:p="http://schemas.openxmlformats.org/presentationml/2006/main" userDrawn="1">
  <p:cSld name="2_标题幻灯片">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FD1CA0BE-953E-47AF-9020-369C1CF20313}"/>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gradFill xmlns:a="http://schemas.openxmlformats.org/drawingml/2006/main">
            <a:gsLst>
              <a:gs pos="0">
                <a:schemeClr val="bg1">
                  <a:lumMod val="95000"/>
                </a:schemeClr>
              </a:gs>
              <a:gs pos="50000">
                <a:srgbClr val="F7F7F7"/>
              </a:gs>
              <a:gs pos="100000">
                <a:srgbClr val="FCFCFC"/>
              </a:gs>
            </a:gsLst>
            <a:lin ang="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5"/>
          </a:p>
        </p:txBody>
      </p:sp>
      <p:sp>
        <p:nvSpPr>
          <p:cNvPr id="7" name="文本占位符 6">
            <a:extLst xmlns:a="http://schemas.openxmlformats.org/drawingml/2006/main">
              <a:ext uri="{FF2B5EF4-FFF2-40B4-BE49-F238E27FC236}">
                <a16:creationId xmlns:a16="http://schemas.microsoft.com/office/drawing/2014/main" id="{53616A4A-449C-4F53-A028-900B93FA77ED}"/>
              </a:ext>
            </a:extLst>
          </p:cNvPr>
          <p:cNvSpPr>
            <a:spLocks xmlns:a="http://schemas.openxmlformats.org/drawingml/2006/main" noGrp="1"/>
          </p:cNvSpPr>
          <p:nvPr>
            <p:ph type="body" idx="10"/>
          </p:nvPr>
        </p:nvSpPr>
        <p:spPr>
          <a:xfrm xmlns:a="http://schemas.openxmlformats.org/drawingml/2006/main">
            <a:off x="261117" y="176902"/>
            <a:ext cx="4704464" cy="382269"/>
          </a:xfrm>
          <a:prstGeom xmlns:a="http://schemas.openxmlformats.org/drawingml/2006/main" prst="rect">
            <a:avLst/>
          </a:prstGeom>
        </p:spPr>
        <p:txBody>
          <a:bodyPr xmlns:a="http://schemas.openxmlformats.org/drawingml/2006/main">
            <a:noAutofit/>
          </a:bodyPr>
          <a:lstStyle xmlns:a="http://schemas.openxmlformats.org/drawingml/2006/main">
            <a:lvl1pPr marL="0" indent="0">
              <a:buNone/>
              <a:defRPr sz="2600" b="1" spc="190" baseline="0">
                <a:solidFill>
                  <a:schemeClr val="tx1">
                    <a:lumMod val="75000"/>
                    <a:lumOff val="25000"/>
                  </a:schemeClr>
                </a:solidFill>
                <a:latin typeface="微软雅黑"/>
                <a:ea typeface="微软雅黑"/>
                <a:cs typeface="微软雅黑"/>
              </a:defRPr>
            </a:lvl1pPr>
          </a:lstStyle>
          <a:p xmlns:a="http://schemas.openxmlformats.org/drawingml/2006/main">
            <a:pPr lvl="0">
              <a:buNone/>
            </a:pPr>
            <a:endParaRPr/>
          </a:p>
        </p:txBody>
      </p:sp>
    </p:spTree>
  </p:cSld>
</p:sldLayout>
</file>

<file path=ppt/slideLayouts/slideLayout3.xml><?xml version="1.0" encoding="utf-8"?>
<p:sldLayout xmlns:p="http://schemas.openxmlformats.org/presentationml/2006/main" preserve="1" userDrawn="1">
  <p:cSld name="自定义版式">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6263170-FF3D-47C8-B23C-9FB6D1968EB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endParaRPr/>
          </a:p>
        </p:txBody>
      </p:sp>
      <p:sp>
        <p:nvSpPr>
          <p:cNvPr id="3" name="日期占位符 2">
            <a:extLst xmlns:a="http://schemas.openxmlformats.org/drawingml/2006/main">
              <a:ext uri="{FF2B5EF4-FFF2-40B4-BE49-F238E27FC236}">
                <a16:creationId xmlns:a16="http://schemas.microsoft.com/office/drawing/2014/main" id="{E6075F48-2926-4FF5-AA78-18931E6B03F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4" name="页脚占位符 3">
            <a:extLst xmlns:a="http://schemas.openxmlformats.org/drawingml/2006/main">
              <a:ext uri="{FF2B5EF4-FFF2-40B4-BE49-F238E27FC236}">
                <a16:creationId xmlns:a16="http://schemas.microsoft.com/office/drawing/2014/main" id="{9E3A9656-E351-4245-A5B5-19E9B27F969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灯片编号占位符 4">
            <a:extLst xmlns:a="http://schemas.openxmlformats.org/drawingml/2006/main">
              <a:ext uri="{FF2B5EF4-FFF2-40B4-BE49-F238E27FC236}">
                <a16:creationId xmlns:a16="http://schemas.microsoft.com/office/drawing/2014/main" id="{2E2A3901-80A4-4D86-9911-EB9781BDF7C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4.xml><?xml version="1.0" encoding="utf-8"?>
<p:sldLayout xmlns:p="http://schemas.openxmlformats.org/presentationml/2006/main" type="title" preserve="1">
  <p:cSld name="标题幻灯片">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4D4DB60-90DC-4349-A09A-EEE371AAE2A3}"/>
              </a:ext>
            </a:extLst>
          </p:cNvPr>
          <p:cNvSpPr>
            <a:spLocks xmlns:a="http://schemas.openxmlformats.org/drawingml/2006/main" noGrp="1"/>
          </p:cNvSpPr>
          <p:nvPr>
            <p:ph type="ctrTitle" idx="0" hasCustomPrompt="1"/>
          </p:nvPr>
        </p:nvSpPr>
        <p:spPr>
          <a:xfrm xmlns:a="http://schemas.openxmlformats.org/drawingml/2006/main">
            <a:off x="1143000" y="992222"/>
            <a:ext cx="6858000" cy="1640251"/>
          </a:xfrm>
        </p:spPr>
        <p:txBody>
          <a:bodyPr xmlns:a="http://schemas.openxmlformats.org/drawingml/2006/main" anchor="b">
            <a:normAutofit/>
          </a:bodyPr>
          <a:lstStyle xmlns:a="http://schemas.openxmlformats.org/drawingml/2006/main">
            <a:lvl1pPr algn="ctr">
              <a:lnSpc>
                <a:spcPct val="130000"/>
              </a:lnSpc>
              <a:buNone/>
              <a:defRPr sz="4500">
                <a:effectLst>
                  <a:outerShdw blurRad="38100" dist="38100" dir="2700000" algn="tl">
                    <a:srgbClr val="000000">
                      <a:alpha val="43137"/>
                    </a:srgbClr>
                  </a:outerShdw>
                </a:effectLst>
              </a:defRPr>
            </a:lvl1pPr>
          </a:lstStyle>
          <a:p xmlns:a="http://schemas.openxmlformats.org/drawingml/2006/main">
            <a:r>
              <a:t>单击此处添加标题</a:t>
            </a:r>
            <a:endParaRPr/>
          </a:p>
        </p:txBody>
      </p:sp>
      <p:sp>
        <p:nvSpPr>
          <p:cNvPr id="4" name="日期占位符 3">
            <a:extLst xmlns:a="http://schemas.openxmlformats.org/drawingml/2006/main">
              <a:ext uri="{FF2B5EF4-FFF2-40B4-BE49-F238E27FC236}">
                <a16:creationId xmlns:a16="http://schemas.microsoft.com/office/drawing/2014/main" id="{ED863AB3-6D16-44D5-8430-A49DD54DA54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页脚占位符 4">
            <a:extLst xmlns:a="http://schemas.openxmlformats.org/drawingml/2006/main">
              <a:ext uri="{FF2B5EF4-FFF2-40B4-BE49-F238E27FC236}">
                <a16:creationId xmlns:a16="http://schemas.microsoft.com/office/drawing/2014/main" id="{D3B43C41-794A-4B68-81FE-941B3311D4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B312B71F-5525-4DE5-AE89-9F82CB04D8D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
        <p:nvSpPr>
          <p:cNvPr id="3" name="副标题 2">
            <a:extLst xmlns:a="http://schemas.openxmlformats.org/drawingml/2006/main">
              <a:ext uri="{FF2B5EF4-FFF2-40B4-BE49-F238E27FC236}">
                <a16:creationId xmlns:a16="http://schemas.microsoft.com/office/drawing/2014/main" id="{14270661-C3B3-4C7D-AE93-EA05B1BD0FEF}"/>
              </a:ext>
            </a:extLst>
          </p:cNvPr>
          <p:cNvSpPr>
            <a:spLocks xmlns:a="http://schemas.openxmlformats.org/drawingml/2006/main" noGrp="1"/>
          </p:cNvSpPr>
          <p:nvPr>
            <p:ph type="subTitle" idx="1" hasCustomPrompt="1"/>
          </p:nvPr>
        </p:nvSpPr>
        <p:spPr>
          <a:xfrm xmlns:a="http://schemas.openxmlformats.org/drawingml/2006/main">
            <a:off x="1143000" y="2701529"/>
            <a:ext cx="6858000" cy="1241822"/>
          </a:xfrm>
        </p:spPr>
        <p:txBody>
          <a:bodyPr xmlns:a="http://schemas.openxmlformats.org/drawingml/2006/main">
            <a:normAutofit/>
          </a:bodyPr>
          <a:lstStyle xmlns:a="http://schemas.openxmlformats.org/drawingml/2006/main">
            <a:lvl1pPr marL="0" indent="0" algn="ctr">
              <a:buNone/>
              <a:defRPr sz="1350">
                <a:solidFill>
                  <a:schemeClr val="tx1">
                    <a:lumMod val="75000"/>
                    <a:lumOff val="25000"/>
                  </a:schemeClr>
                </a:solidFill>
                <a:latin typeface="+mj-lt"/>
                <a:ea typeface="+mj-lt"/>
                <a:cs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xmlns:a="http://schemas.openxmlformats.org/drawingml/2006/main">
            <a:r>
              <a:t>单击此处添加副标题</a:t>
            </a:r>
            <a:endParaRPr/>
          </a:p>
        </p:txBody>
      </p:sp>
    </p:spTree>
  </p:cSld>
</p:sldLayout>
</file>

<file path=ppt/slideLayouts/slideLayout5.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796380A-CEDB-46DC-8A75-BA08B3C9F459}"/>
              </a:ext>
            </a:extLst>
          </p:cNvPr>
          <p:cNvSpPr>
            <a:spLocks xmlns:a="http://schemas.openxmlformats.org/drawingml/2006/main" noGrp="1"/>
          </p:cNvSpPr>
          <p:nvPr>
            <p:ph type="title" idx="0"/>
          </p:nvPr>
        </p:nvSpPr>
        <p:spPr>
          <a:xfrm xmlns:a="http://schemas.openxmlformats.org/drawingml/2006/main">
            <a:off x="485775" y="193834"/>
            <a:ext cx="7886700" cy="994172"/>
          </a:xfrm>
        </p:spPr>
        <p:txBody>
          <a:bodyPr xmlns:a="http://schemas.openxmlformats.org/drawingml/2006/main" anchor="ctr">
            <a:normAutofit/>
          </a:bodyPr>
          <a:lstStyle xmlns:a="http://schemas.openxmlformats.org/drawingml/2006/main">
            <a:lvl1pPr>
              <a:buNone/>
              <a:defRPr sz="1800" b="1">
                <a:effectLst>
                  <a:outerShdw blurRad="38100" dist="38100" dir="2700000" algn="tl">
                    <a:srgbClr val="000000">
                      <a:alpha val="43137"/>
                    </a:srgbClr>
                  </a:outerShdw>
                </a:effectLst>
              </a:defRPr>
            </a:lvl1pPr>
          </a:lstStyle>
          <a:p xmlns:a="http://schemas.openxmlformats.org/drawingml/2006/main">
            <a:r>
              <a:t>单击此处编辑母版标题样式</a:t>
            </a:r>
            <a:endParaRPr/>
          </a:p>
        </p:txBody>
      </p:sp>
      <p:sp>
        <p:nvSpPr>
          <p:cNvPr id="3" name="内容占位符 2">
            <a:extLst xmlns:a="http://schemas.openxmlformats.org/drawingml/2006/main">
              <a:ext uri="{FF2B5EF4-FFF2-40B4-BE49-F238E27FC236}">
                <a16:creationId xmlns:a16="http://schemas.microsoft.com/office/drawing/2014/main" id="{1C5DB73E-D7AA-4E4E-9702-AF2B8E831855}"/>
              </a:ext>
            </a:extLst>
          </p:cNvPr>
          <p:cNvSpPr>
            <a:spLocks xmlns:a="http://schemas.openxmlformats.org/drawingml/2006/main" noGrp="1"/>
          </p:cNvSpPr>
          <p:nvPr>
            <p:ph idx="1"/>
          </p:nvPr>
        </p:nvSpPr>
        <p:spPr>
          <a:xfrm xmlns:a="http://schemas.openxmlformats.org/drawingml/2006/main">
            <a:off x="485775" y="1369219"/>
            <a:ext cx="7886700" cy="3263504"/>
          </a:xfrm>
        </p:spPr>
        <p:txBody>
          <a:bodyPr xmlns:a="http://schemas.openxmlformats.org/drawingml/2006/main">
            <a:normAutofit/>
          </a:bodyPr>
          <a:lstStyle xmlns:a="http://schemas.openxmlformats.org/drawingml/2006/main">
            <a:lvl1pPr>
              <a:buNone/>
              <a:defRPr sz="1500">
                <a:solidFill>
                  <a:schemeClr val="tx1">
                    <a:lumMod val="75000"/>
                    <a:lumOff val="25000"/>
                  </a:schemeClr>
                </a:solidFill>
              </a:defRPr>
            </a:lvl1pPr>
            <a:lvl2pPr>
              <a:buNone/>
              <a:defRPr sz="1350">
                <a:solidFill>
                  <a:schemeClr val="tx1">
                    <a:lumMod val="75000"/>
                    <a:lumOff val="25000"/>
                  </a:schemeClr>
                </a:solidFill>
              </a:defRPr>
            </a:lvl2pPr>
            <a:lvl3pPr>
              <a:buNone/>
              <a:defRPr sz="1200">
                <a:solidFill>
                  <a:schemeClr val="tx1">
                    <a:lumMod val="75000"/>
                    <a:lumOff val="25000"/>
                  </a:schemeClr>
                </a:solidFill>
              </a:defRPr>
            </a:lvl3pPr>
            <a:lvl4pPr>
              <a:buNone/>
              <a:defRPr sz="1200">
                <a:solidFill>
                  <a:schemeClr val="tx1">
                    <a:lumMod val="75000"/>
                    <a:lumOff val="25000"/>
                  </a:schemeClr>
                </a:solidFill>
              </a:defRPr>
            </a:lvl4pPr>
            <a:lvl5pPr>
              <a:buNone/>
              <a:defRPr sz="1200">
                <a:solidFill>
                  <a:schemeClr val="tx1">
                    <a:lumMod val="75000"/>
                    <a:lumOff val="25000"/>
                  </a:schemeClr>
                </a:solidFill>
              </a:defRPr>
            </a:lvl5pPr>
          </a:lstStyle>
          <a:p xmlns:a="http://schemas.openxmlformats.org/drawingml/2006/main">
            <a:pPr lvl="0">
              <a:buNone/>
            </a:pPr>
            <a:r>
              <a:t>单击此处编辑母版文本样式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4" name="日期占位符 3">
            <a:extLst xmlns:a="http://schemas.openxmlformats.org/drawingml/2006/main">
              <a:ext uri="{FF2B5EF4-FFF2-40B4-BE49-F238E27FC236}">
                <a16:creationId xmlns:a16="http://schemas.microsoft.com/office/drawing/2014/main" id="{A8A1FDFF-B13B-4C58-AFA3-73F4368B6B2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页脚占位符 4">
            <a:extLst xmlns:a="http://schemas.openxmlformats.org/drawingml/2006/main">
              <a:ext uri="{FF2B5EF4-FFF2-40B4-BE49-F238E27FC236}">
                <a16:creationId xmlns:a16="http://schemas.microsoft.com/office/drawing/2014/main" id="{CBBAC617-667A-447F-AE4D-44D57CE22CF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5E09CCF4-70DE-4F08-B0E8-7AA5AD7610A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6.xml><?xml version="1.0" encoding="utf-8"?>
<p:sldLayout xmlns:p="http://schemas.openxmlformats.org/presentationml/2006/main" type="secHead" preserve="1">
  <p:cSld name="节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33E9318-758D-487E-AB49-9DE37E23CD91}"/>
              </a:ext>
            </a:extLst>
          </p:cNvPr>
          <p:cNvSpPr>
            <a:spLocks xmlns:a="http://schemas.openxmlformats.org/drawingml/2006/main" noGrp="1"/>
          </p:cNvSpPr>
          <p:nvPr>
            <p:ph type="title" idx="0"/>
          </p:nvPr>
        </p:nvSpPr>
        <p:spPr>
          <a:xfrm xmlns:a="http://schemas.openxmlformats.org/drawingml/2006/main">
            <a:off x="623888" y="2813338"/>
            <a:ext cx="5491163" cy="608518"/>
          </a:xfrm>
        </p:spPr>
        <p:txBody>
          <a:bodyPr xmlns:a="http://schemas.openxmlformats.org/drawingml/2006/main" anchor="b">
            <a:normAutofit/>
          </a:bodyPr>
          <a:lstStyle xmlns:a="http://schemas.openxmlformats.org/drawingml/2006/main">
            <a:lvl1pPr>
              <a:buNone/>
              <a:defRPr sz="3000">
                <a:effectLst>
                  <a:outerShdw blurRad="38100" dist="38100" dir="2700000" algn="tl">
                    <a:srgbClr val="000000">
                      <a:alpha val="43137"/>
                    </a:srgbClr>
                  </a:outerShdw>
                </a:effectLst>
              </a:defRPr>
            </a:lvl1pPr>
          </a:lstStyle>
          <a:p xmlns:a="http://schemas.openxmlformats.org/drawingml/2006/main">
            <a:r>
              <a:t>单击此处编辑母版标题样式</a:t>
            </a:r>
            <a:endParaRPr/>
          </a:p>
        </p:txBody>
      </p:sp>
      <p:sp>
        <p:nvSpPr>
          <p:cNvPr id="3" name="文本占位符 2">
            <a:extLst xmlns:a="http://schemas.openxmlformats.org/drawingml/2006/main">
              <a:ext uri="{FF2B5EF4-FFF2-40B4-BE49-F238E27FC236}">
                <a16:creationId xmlns:a16="http://schemas.microsoft.com/office/drawing/2014/main" id="{648180A9-F585-4A57-A2E6-9AAD31E28FD4}"/>
              </a:ext>
            </a:extLst>
          </p:cNvPr>
          <p:cNvSpPr>
            <a:spLocks xmlns:a="http://schemas.openxmlformats.org/drawingml/2006/main" noGrp="1"/>
          </p:cNvSpPr>
          <p:nvPr>
            <p:ph type="body" idx="1"/>
          </p:nvPr>
        </p:nvSpPr>
        <p:spPr>
          <a:xfrm xmlns:a="http://schemas.openxmlformats.org/drawingml/2006/main">
            <a:off x="623888" y="3457521"/>
            <a:ext cx="5491163" cy="485666"/>
          </a:xfrm>
        </p:spPr>
        <p:txBody>
          <a:bodyPr xmlns:a="http://schemas.openxmlformats.org/drawingml/2006/main">
            <a:normAutofit/>
          </a:bodyPr>
          <a:lstStyle xmlns:a="http://schemas.openxmlformats.org/drawingml/2006/main">
            <a:lvl1pPr marL="0" indent="0">
              <a:buNone/>
              <a:defRPr sz="135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xmlns:a="http://schemas.openxmlformats.org/drawingml/2006/main">
            <a:pPr lvl="0">
              <a:buNone/>
            </a:pPr>
            <a:r>
              <a:t>单击此处编辑母版文本样式</a:t>
            </a:r>
            <a:endParaRPr/>
          </a:p>
        </p:txBody>
      </p:sp>
      <p:sp>
        <p:nvSpPr>
          <p:cNvPr id="4" name="日期占位符 3">
            <a:extLst xmlns:a="http://schemas.openxmlformats.org/drawingml/2006/main">
              <a:ext uri="{FF2B5EF4-FFF2-40B4-BE49-F238E27FC236}">
                <a16:creationId xmlns:a16="http://schemas.microsoft.com/office/drawing/2014/main" id="{2E985D89-BFCB-4B56-B488-F5AAFA22D7E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页脚占位符 4">
            <a:extLst xmlns:a="http://schemas.openxmlformats.org/drawingml/2006/main">
              <a:ext uri="{FF2B5EF4-FFF2-40B4-BE49-F238E27FC236}">
                <a16:creationId xmlns:a16="http://schemas.microsoft.com/office/drawing/2014/main" id="{EE29DB40-692F-4EA0-BBAF-EFDA70186FE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41F6FCED-BF54-4005-8691-6FD69B76947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7.xml><?xml version="1.0" encoding="utf-8"?>
<p:sldLayout xmlns:p="http://schemas.openxmlformats.org/presentationml/2006/main" type="twoObj" preserve="1">
  <p:cSld name="两栏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49E3D71-2CD3-4205-AA09-2B0EAF3DCD91}"/>
              </a:ext>
            </a:extLst>
          </p:cNvPr>
          <p:cNvSpPr>
            <a:spLocks xmlns:a="http://schemas.openxmlformats.org/drawingml/2006/main" noGrp="1"/>
          </p:cNvSpPr>
          <p:nvPr>
            <p:ph type="title" idx="0"/>
          </p:nvPr>
        </p:nvSpPr>
        <p:spPr>
          <a:xfrm xmlns:a="http://schemas.openxmlformats.org/drawingml/2006/main">
            <a:off x="485775" y="193834"/>
            <a:ext cx="7886700" cy="994172"/>
          </a:xfrm>
        </p:spPr>
        <p:txBody>
          <a:bodyPr xmlns:a="http://schemas.openxmlformats.org/drawingml/2006/main">
            <a:normAutofit/>
          </a:bodyPr>
          <a:lstStyle xmlns:a="http://schemas.openxmlformats.org/drawingml/2006/main">
            <a:lvl1pPr>
              <a:buNone/>
              <a:defRPr sz="1800" b="1" i="0">
                <a:effectLst>
                  <a:outerShdw blurRad="38100" dist="38100" dir="2700000" algn="tl">
                    <a:srgbClr val="000000">
                      <a:alpha val="43137"/>
                    </a:srgbClr>
                  </a:outerShdw>
                </a:effectLst>
              </a:defRPr>
            </a:lvl1pPr>
          </a:lstStyle>
          <a:p xmlns:a="http://schemas.openxmlformats.org/drawingml/2006/main">
            <a:r>
              <a:t>单击此处编辑母版标题样式</a:t>
            </a:r>
            <a:endParaRPr/>
          </a:p>
        </p:txBody>
      </p:sp>
      <p:sp>
        <p:nvSpPr>
          <p:cNvPr id="3" name="内容占位符 2">
            <a:extLst xmlns:a="http://schemas.openxmlformats.org/drawingml/2006/main">
              <a:ext uri="{FF2B5EF4-FFF2-40B4-BE49-F238E27FC236}">
                <a16:creationId xmlns:a16="http://schemas.microsoft.com/office/drawing/2014/main" id="{A2B29788-24FF-41CB-9754-5056F647803C}"/>
              </a:ext>
            </a:extLst>
          </p:cNvPr>
          <p:cNvSpPr>
            <a:spLocks xmlns:a="http://schemas.openxmlformats.org/drawingml/2006/main" noGrp="1"/>
          </p:cNvSpPr>
          <p:nvPr>
            <p:ph idx="1"/>
          </p:nvPr>
        </p:nvSpPr>
        <p:spPr>
          <a:xfrm xmlns:a="http://schemas.openxmlformats.org/drawingml/2006/main">
            <a:off x="485775" y="1369219"/>
            <a:ext cx="3886200" cy="3263504"/>
          </a:xfrm>
        </p:spPr>
        <p:txBody>
          <a:bodyPr xmlns:a="http://schemas.openxmlformats.org/drawingml/2006/main">
            <a:normAutofit/>
          </a:bodyPr>
          <a:lstStyle xmlns:a="http://schemas.openxmlformats.org/drawingml/2006/main">
            <a:lvl1pPr>
              <a:lnSpc>
                <a:spcPct val="150000"/>
              </a:lnSpc>
              <a:buNone/>
              <a:defRPr sz="1500">
                <a:solidFill>
                  <a:schemeClr val="tx1">
                    <a:lumMod val="75000"/>
                    <a:lumOff val="25000"/>
                  </a:schemeClr>
                </a:solidFill>
              </a:defRPr>
            </a:lvl1pPr>
            <a:lvl2pPr>
              <a:lnSpc>
                <a:spcPct val="150000"/>
              </a:lnSpc>
              <a:buNone/>
              <a:defRPr sz="1350">
                <a:solidFill>
                  <a:schemeClr val="tx1">
                    <a:lumMod val="75000"/>
                    <a:lumOff val="25000"/>
                  </a:schemeClr>
                </a:solidFill>
              </a:defRPr>
            </a:lvl2pPr>
            <a:lvl3pPr>
              <a:lnSpc>
                <a:spcPct val="150000"/>
              </a:lnSpc>
              <a:buNone/>
              <a:defRPr sz="1200">
                <a:solidFill>
                  <a:schemeClr val="tx1">
                    <a:lumMod val="75000"/>
                    <a:lumOff val="25000"/>
                  </a:schemeClr>
                </a:solidFill>
              </a:defRPr>
            </a:lvl3pPr>
            <a:lvl4pPr>
              <a:lnSpc>
                <a:spcPct val="150000"/>
              </a:lnSpc>
              <a:buNone/>
              <a:defRPr sz="1200">
                <a:solidFill>
                  <a:schemeClr val="tx1">
                    <a:lumMod val="75000"/>
                    <a:lumOff val="25000"/>
                  </a:schemeClr>
                </a:solidFill>
              </a:defRPr>
            </a:lvl4pPr>
            <a:lvl5pPr>
              <a:lnSpc>
                <a:spcPct val="150000"/>
              </a:lnSpc>
              <a:buNone/>
              <a:defRPr sz="1200">
                <a:solidFill>
                  <a:schemeClr val="tx1">
                    <a:lumMod val="75000"/>
                    <a:lumOff val="25000"/>
                  </a:schemeClr>
                </a:solidFill>
              </a:defRPr>
            </a:lvl5pPr>
          </a:lstStyle>
          <a:p xmlns:a="http://schemas.openxmlformats.org/drawingml/2006/main">
            <a:pPr lvl="0">
              <a:buNone/>
            </a:pPr>
            <a:r>
              <a:t>单击此处编辑母版文本样式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4" name="内容占位符 3">
            <a:extLst xmlns:a="http://schemas.openxmlformats.org/drawingml/2006/main">
              <a:ext uri="{FF2B5EF4-FFF2-40B4-BE49-F238E27FC236}">
                <a16:creationId xmlns:a16="http://schemas.microsoft.com/office/drawing/2014/main" id="{F60E3997-F1D1-413A-A16D-28EBDBAFF23A}"/>
              </a:ext>
            </a:extLst>
          </p:cNvPr>
          <p:cNvSpPr>
            <a:spLocks xmlns:a="http://schemas.openxmlformats.org/drawingml/2006/main" noGrp="1"/>
          </p:cNvSpPr>
          <p:nvPr>
            <p:ph idx="2"/>
          </p:nvPr>
        </p:nvSpPr>
        <p:spPr>
          <a:xfrm xmlns:a="http://schemas.openxmlformats.org/drawingml/2006/main">
            <a:off x="4486275" y="1369219"/>
            <a:ext cx="3886200" cy="3263504"/>
          </a:xfrm>
        </p:spPr>
        <p:txBody>
          <a:bodyPr xmlns:a="http://schemas.openxmlformats.org/drawingml/2006/main">
            <a:normAutofit/>
          </a:bodyPr>
          <a:lstStyle xmlns:a="http://schemas.openxmlformats.org/drawingml/2006/main">
            <a:lvl1pPr>
              <a:lnSpc>
                <a:spcPct val="150000"/>
              </a:lnSpc>
              <a:buNone/>
              <a:defRPr sz="1500">
                <a:solidFill>
                  <a:schemeClr val="tx1">
                    <a:lumMod val="75000"/>
                    <a:lumOff val="25000"/>
                  </a:schemeClr>
                </a:solidFill>
              </a:defRPr>
            </a:lvl1pPr>
            <a:lvl2pPr>
              <a:lnSpc>
                <a:spcPct val="150000"/>
              </a:lnSpc>
              <a:buNone/>
              <a:defRPr sz="1350">
                <a:solidFill>
                  <a:schemeClr val="tx1">
                    <a:lumMod val="75000"/>
                    <a:lumOff val="25000"/>
                  </a:schemeClr>
                </a:solidFill>
              </a:defRPr>
            </a:lvl2pPr>
            <a:lvl3pPr>
              <a:lnSpc>
                <a:spcPct val="150000"/>
              </a:lnSpc>
              <a:buNone/>
              <a:defRPr sz="1200">
                <a:solidFill>
                  <a:schemeClr val="tx1">
                    <a:lumMod val="75000"/>
                    <a:lumOff val="25000"/>
                  </a:schemeClr>
                </a:solidFill>
              </a:defRPr>
            </a:lvl3pPr>
            <a:lvl4pPr>
              <a:lnSpc>
                <a:spcPct val="150000"/>
              </a:lnSpc>
              <a:buNone/>
              <a:defRPr sz="1200">
                <a:solidFill>
                  <a:schemeClr val="tx1">
                    <a:lumMod val="75000"/>
                    <a:lumOff val="25000"/>
                  </a:schemeClr>
                </a:solidFill>
              </a:defRPr>
            </a:lvl4pPr>
            <a:lvl5pPr>
              <a:lnSpc>
                <a:spcPct val="150000"/>
              </a:lnSpc>
              <a:buNone/>
              <a:defRPr sz="1200">
                <a:solidFill>
                  <a:schemeClr val="tx1">
                    <a:lumMod val="75000"/>
                    <a:lumOff val="25000"/>
                  </a:schemeClr>
                </a:solidFill>
              </a:defRPr>
            </a:lvl5pPr>
          </a:lstStyle>
          <a:p xmlns:a="http://schemas.openxmlformats.org/drawingml/2006/main">
            <a:pPr lvl="0">
              <a:buNone/>
            </a:pPr>
            <a:r>
              <a:t>单击此处编辑母版文本样式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5" name="日期占位符 4">
            <a:extLst xmlns:a="http://schemas.openxmlformats.org/drawingml/2006/main">
              <a:ext uri="{FF2B5EF4-FFF2-40B4-BE49-F238E27FC236}">
                <a16:creationId xmlns:a16="http://schemas.microsoft.com/office/drawing/2014/main" id="{85BE3480-E29B-4795-9437-3F9D95C62A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页脚占位符 5">
            <a:extLst xmlns:a="http://schemas.openxmlformats.org/drawingml/2006/main">
              <a:ext uri="{FF2B5EF4-FFF2-40B4-BE49-F238E27FC236}">
                <a16:creationId xmlns:a16="http://schemas.microsoft.com/office/drawing/2014/main" id="{66CB25CD-66F5-4154-B39C-1C9483F5213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602FF3E6-58D4-4897-BF78-D8539009756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8.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8DD796B-25DE-4B99-8983-45ECF2154817}"/>
              </a:ext>
            </a:extLst>
          </p:cNvPr>
          <p:cNvSpPr>
            <a:spLocks xmlns:a="http://schemas.openxmlformats.org/drawingml/2006/main" noGrp="1"/>
          </p:cNvSpPr>
          <p:nvPr>
            <p:ph type="title" idx="0"/>
          </p:nvPr>
        </p:nvSpPr>
        <p:spPr>
          <a:xfrm xmlns:a="http://schemas.openxmlformats.org/drawingml/2006/main">
            <a:off x="629841" y="273844"/>
            <a:ext cx="7886700" cy="994172"/>
          </a:xfrm>
        </p:spPr>
        <p:txBody>
          <a:bodyPr xmlns:a="http://schemas.openxmlformats.org/drawingml/2006/main"/>
          <a:lstStyle xmlns:a="http://schemas.openxmlformats.org/drawingml/2006/main"/>
          <a:p xmlns:a="http://schemas.openxmlformats.org/drawingml/2006/main">
            <a:r>
              <a:t>单击此处编辑母版标题样式</a:t>
            </a:r>
            <a:endParaRPr/>
          </a:p>
        </p:txBody>
      </p:sp>
      <p:sp>
        <p:nvSpPr>
          <p:cNvPr id="3" name="文本占位符 2">
            <a:extLst xmlns:a="http://schemas.openxmlformats.org/drawingml/2006/main">
              <a:ext uri="{FF2B5EF4-FFF2-40B4-BE49-F238E27FC236}">
                <a16:creationId xmlns:a16="http://schemas.microsoft.com/office/drawing/2014/main" id="{8E4F1B44-CEEC-4B77-905A-B25E94420AAB}"/>
              </a:ext>
            </a:extLst>
          </p:cNvPr>
          <p:cNvSpPr>
            <a:spLocks xmlns:a="http://schemas.openxmlformats.org/drawingml/2006/main" noGrp="1"/>
          </p:cNvSpPr>
          <p:nvPr>
            <p:ph type="body" idx="1"/>
          </p:nvPr>
        </p:nvSpPr>
        <p:spPr>
          <a:xfrm xmlns:a="http://schemas.openxmlformats.org/drawingml/2006/main">
            <a:off x="629841" y="1308721"/>
            <a:ext cx="3868340" cy="617934"/>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单击此处编辑母版文本样式</a:t>
            </a:r>
            <a:endParaRPr/>
          </a:p>
        </p:txBody>
      </p:sp>
      <p:sp>
        <p:nvSpPr>
          <p:cNvPr id="4" name="内容占位符 3">
            <a:extLst xmlns:a="http://schemas.openxmlformats.org/drawingml/2006/main">
              <a:ext uri="{FF2B5EF4-FFF2-40B4-BE49-F238E27FC236}">
                <a16:creationId xmlns:a16="http://schemas.microsoft.com/office/drawing/2014/main" id="{D914EF36-6CF7-404D-B1D0-D2F24D591139}"/>
              </a:ext>
            </a:extLst>
          </p:cNvPr>
          <p:cNvSpPr>
            <a:spLocks xmlns:a="http://schemas.openxmlformats.org/drawingml/2006/main" noGrp="1"/>
          </p:cNvSpPr>
          <p:nvPr>
            <p:ph idx="2"/>
          </p:nvPr>
        </p:nvSpPr>
        <p:spPr>
          <a:xfrm xmlns:a="http://schemas.openxmlformats.org/drawingml/2006/main">
            <a:off x="629841" y="1961707"/>
            <a:ext cx="3868340" cy="2680541"/>
          </a:xfrm>
        </p:spPr>
        <p:txBody>
          <a:bodyPr xmlns:a="http://schemas.openxmlformats.org/drawingml/2006/main"/>
          <a:lstStyle xmlns:a="http://schemas.openxmlformats.org/drawingml/2006/main"/>
          <a:p xmlns:a="http://schemas.openxmlformats.org/drawingml/2006/main">
            <a:pPr lvl="0">
              <a:buNone/>
            </a:pPr>
            <a:r>
              <a:t>单击此处编辑母版文本样式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5" name="文本占位符 4">
            <a:extLst xmlns:a="http://schemas.openxmlformats.org/drawingml/2006/main">
              <a:ext uri="{FF2B5EF4-FFF2-40B4-BE49-F238E27FC236}">
                <a16:creationId xmlns:a16="http://schemas.microsoft.com/office/drawing/2014/main" id="{9034E33C-A1CC-4DF7-8F2B-95EA1393AB5E}"/>
              </a:ext>
            </a:extLst>
          </p:cNvPr>
          <p:cNvSpPr>
            <a:spLocks xmlns:a="http://schemas.openxmlformats.org/drawingml/2006/main" noGrp="1"/>
          </p:cNvSpPr>
          <p:nvPr>
            <p:ph type="body" idx="3"/>
          </p:nvPr>
        </p:nvSpPr>
        <p:spPr>
          <a:xfrm xmlns:a="http://schemas.openxmlformats.org/drawingml/2006/main">
            <a:off x="4629150" y="1308721"/>
            <a:ext cx="3887391" cy="617934"/>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单击此处编辑母版文本样式</a:t>
            </a:r>
            <a:endParaRPr/>
          </a:p>
        </p:txBody>
      </p:sp>
      <p:sp>
        <p:nvSpPr>
          <p:cNvPr id="6" name="内容占位符 5">
            <a:extLst xmlns:a="http://schemas.openxmlformats.org/drawingml/2006/main">
              <a:ext uri="{FF2B5EF4-FFF2-40B4-BE49-F238E27FC236}">
                <a16:creationId xmlns:a16="http://schemas.microsoft.com/office/drawing/2014/main" id="{E98A8DB1-78C2-45C2-AD90-5043243C4457}"/>
              </a:ext>
            </a:extLst>
          </p:cNvPr>
          <p:cNvSpPr>
            <a:spLocks xmlns:a="http://schemas.openxmlformats.org/drawingml/2006/main" noGrp="1"/>
          </p:cNvSpPr>
          <p:nvPr>
            <p:ph idx="4"/>
          </p:nvPr>
        </p:nvSpPr>
        <p:spPr>
          <a:xfrm xmlns:a="http://schemas.openxmlformats.org/drawingml/2006/main">
            <a:off x="4629150" y="1961707"/>
            <a:ext cx="3887391" cy="2680541"/>
          </a:xfrm>
        </p:spPr>
        <p:txBody>
          <a:bodyPr xmlns:a="http://schemas.openxmlformats.org/drawingml/2006/main"/>
          <a:lstStyle xmlns:a="http://schemas.openxmlformats.org/drawingml/2006/main"/>
          <a:p xmlns:a="http://schemas.openxmlformats.org/drawingml/2006/main">
            <a:pPr lvl="0">
              <a:buNone/>
            </a:pPr>
            <a:r>
              <a:t>单击此处编辑母版文本样式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7" name="日期占位符 6">
            <a:extLst xmlns:a="http://schemas.openxmlformats.org/drawingml/2006/main">
              <a:ext uri="{FF2B5EF4-FFF2-40B4-BE49-F238E27FC236}">
                <a16:creationId xmlns:a16="http://schemas.microsoft.com/office/drawing/2014/main" id="{42141D73-6D00-4ABB-9D9D-ADB13EE3C9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8" name="页脚占位符 7">
            <a:extLst xmlns:a="http://schemas.openxmlformats.org/drawingml/2006/main">
              <a:ext uri="{FF2B5EF4-FFF2-40B4-BE49-F238E27FC236}">
                <a16:creationId xmlns:a16="http://schemas.microsoft.com/office/drawing/2014/main" id="{842B6573-39B6-41EE-B7CD-11A26E5C875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灯片编号占位符 8">
            <a:extLst xmlns:a="http://schemas.openxmlformats.org/drawingml/2006/main">
              <a:ext uri="{FF2B5EF4-FFF2-40B4-BE49-F238E27FC236}">
                <a16:creationId xmlns:a16="http://schemas.microsoft.com/office/drawing/2014/main" id="{8FF5489D-DD3B-491C-9849-A1E55DCF905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9.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387D8DBA-4F37-4C99-92F8-51928B69AE96}"/>
              </a:ext>
            </a:extLst>
          </p:cNvPr>
          <p:cNvSpPr>
            <a:spLocks xmlns:a="http://schemas.openxmlformats.org/drawingml/2006/main" noGrp="1"/>
          </p:cNvSpPr>
          <p:nvPr>
            <p:ph type="title" idx="0"/>
          </p:nvPr>
        </p:nvSpPr>
        <p:spPr>
          <a:xfrm xmlns:a="http://schemas.openxmlformats.org/drawingml/2006/main">
            <a:off x="628650" y="2074664"/>
            <a:ext cx="7886700" cy="994172"/>
          </a:xfrm>
        </p:spPr>
        <p:txBody>
          <a:bodyPr xmlns:a="http://schemas.openxmlformats.org/drawingml/2006/main">
            <a:normAutofit/>
          </a:bodyPr>
          <a:lstStyle xmlns:a="http://schemas.openxmlformats.org/drawingml/2006/main">
            <a:lvl1pPr algn="ctr">
              <a:buNone/>
              <a:defRPr sz="3600" b="0">
                <a:effectLst>
                  <a:outerShdw blurRad="38100" dist="38100" dir="2700000" algn="tl">
                    <a:srgbClr val="000000">
                      <a:alpha val="43137"/>
                    </a:srgbClr>
                  </a:outerShdw>
                </a:effectLst>
              </a:defRPr>
            </a:lvl1pPr>
          </a:lstStyle>
          <a:p xmlns:a="http://schemas.openxmlformats.org/drawingml/2006/main">
            <a:r>
              <a:t>单击此处编辑母版标题样式</a:t>
            </a:r>
            <a:endParaRPr/>
          </a:p>
        </p:txBody>
      </p:sp>
      <p:sp>
        <p:nvSpPr>
          <p:cNvPr id="3" name="日期占位符 2">
            <a:extLst xmlns:a="http://schemas.openxmlformats.org/drawingml/2006/main">
              <a:ext uri="{FF2B5EF4-FFF2-40B4-BE49-F238E27FC236}">
                <a16:creationId xmlns:a16="http://schemas.microsoft.com/office/drawing/2014/main" id="{1A727B97-8B95-4B6E-A8BE-E44A1BC31CF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4" name="页脚占位符 3">
            <a:extLst xmlns:a="http://schemas.openxmlformats.org/drawingml/2006/main">
              <a:ext uri="{FF2B5EF4-FFF2-40B4-BE49-F238E27FC236}">
                <a16:creationId xmlns:a16="http://schemas.microsoft.com/office/drawing/2014/main" id="{266586C2-9FCA-4F72-B429-491B711BA19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灯片编号占位符 4">
            <a:extLst xmlns:a="http://schemas.openxmlformats.org/drawingml/2006/main">
              <a:ext uri="{FF2B5EF4-FFF2-40B4-BE49-F238E27FC236}">
                <a16:creationId xmlns:a16="http://schemas.microsoft.com/office/drawing/2014/main" id="{10B13418-36E2-4475-B0F7-8580840D4F1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0.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日期占位符 1">
            <a:extLst xmlns:a="http://schemas.openxmlformats.org/drawingml/2006/main">
              <a:ext uri="{FF2B5EF4-FFF2-40B4-BE49-F238E27FC236}">
                <a16:creationId xmlns:a16="http://schemas.microsoft.com/office/drawing/2014/main" id="{EEA8725D-88B9-4C85-9A9D-EF046A0ECE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3" name="页脚占位符 2">
            <a:extLst xmlns:a="http://schemas.openxmlformats.org/drawingml/2006/main">
              <a:ext uri="{FF2B5EF4-FFF2-40B4-BE49-F238E27FC236}">
                <a16:creationId xmlns:a16="http://schemas.microsoft.com/office/drawing/2014/main" id="{9E2260B6-C4F6-4079-81C7-2A72570E8B3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灯片编号占位符 3">
            <a:extLst xmlns:a="http://schemas.openxmlformats.org/drawingml/2006/main">
              <a:ext uri="{FF2B5EF4-FFF2-40B4-BE49-F238E27FC236}">
                <a16:creationId xmlns:a16="http://schemas.microsoft.com/office/drawing/2014/main" id="{C5C74031-5C89-4B67-8D4A-1B4A7D2B861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1.xml><?xml version="1.0" encoding="utf-8"?>
<p:sldLayout xmlns:p="http://schemas.openxmlformats.org/presentationml/2006/main" type="picTx" preserve="1">
  <p:cSld name="图片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32C57B6-114B-4D88-A9C3-43FB23051041}"/>
              </a:ext>
            </a:extLst>
          </p:cNvPr>
          <p:cNvSpPr>
            <a:spLocks xmlns:a="http://schemas.openxmlformats.org/drawingml/2006/main" noGrp="1"/>
          </p:cNvSpPr>
          <p:nvPr>
            <p:ph type="title" idx="0" hasCustomPrompt="1"/>
          </p:nvPr>
        </p:nvSpPr>
        <p:spPr>
          <a:xfrm xmlns:a="http://schemas.openxmlformats.org/drawingml/2006/main">
            <a:off x="485060" y="95250"/>
            <a:ext cx="3123900" cy="1200150"/>
          </a:xfrm>
        </p:spPr>
        <p:txBody>
          <a:bodyPr xmlns:a="http://schemas.openxmlformats.org/drawingml/2006/main" anchor="ctr">
            <a:normAutofit/>
          </a:bodyPr>
          <a:lstStyle xmlns:a="http://schemas.openxmlformats.org/drawingml/2006/main">
            <a:lvl1pPr>
              <a:buNone/>
              <a:defRPr sz="1800" b="1">
                <a:effectLst>
                  <a:outerShdw blurRad="38100" dist="38100" dir="2700000" algn="tl">
                    <a:srgbClr val="000000">
                      <a:alpha val="43137"/>
                    </a:srgbClr>
                  </a:outerShdw>
                </a:effectLst>
              </a:defRPr>
            </a:lvl1pPr>
          </a:lstStyle>
          <a:p xmlns:a="http://schemas.openxmlformats.org/drawingml/2006/main">
            <a:r>
              <a:t>单击此处编辑标题</a:t>
            </a:r>
            <a:endParaRPr/>
          </a:p>
        </p:txBody>
      </p:sp>
      <p:sp>
        <p:nvSpPr>
          <p:cNvPr id="3" name="图片占位符 2">
            <a:extLst xmlns:a="http://schemas.openxmlformats.org/drawingml/2006/main">
              <a:ext uri="{FF2B5EF4-FFF2-40B4-BE49-F238E27FC236}">
                <a16:creationId xmlns:a16="http://schemas.microsoft.com/office/drawing/2014/main" id="{E3BFBD3D-9BD1-4EF9-8478-9611A5011023}"/>
              </a:ext>
            </a:extLst>
          </p:cNvPr>
          <p:cNvSpPr>
            <a:spLocks xmlns:a="http://schemas.openxmlformats.org/drawingml/2006/main" noGrp="1"/>
          </p:cNvSpPr>
          <p:nvPr>
            <p:ph type="pic" idx="1"/>
          </p:nvPr>
        </p:nvSpPr>
        <p:spPr>
          <a:xfrm xmlns:a="http://schemas.openxmlformats.org/drawingml/2006/main">
            <a:off x="3888000" y="574766"/>
            <a:ext cx="4363031" cy="3820835"/>
          </a:xfrm>
        </p:spPr>
        <p:txBody>
          <a:bodyPr xmlns:a="http://schemas.openxmlformats.org/drawingml/2006/main"/>
          <a:lstStyle xmlns:a="http://schemas.openxmlformats.org/drawingml/2006/main">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xmlns:a="http://schemas.openxmlformats.org/drawingml/2006/main">
            <a:endParaRPr/>
          </a:p>
        </p:txBody>
      </p:sp>
      <p:sp>
        <p:nvSpPr>
          <p:cNvPr id="4" name="文本占位符 3">
            <a:extLst xmlns:a="http://schemas.openxmlformats.org/drawingml/2006/main">
              <a:ext uri="{FF2B5EF4-FFF2-40B4-BE49-F238E27FC236}">
                <a16:creationId xmlns:a16="http://schemas.microsoft.com/office/drawing/2014/main" id="{187396E4-29EA-421A-B887-FC89F9078E52}"/>
              </a:ext>
            </a:extLst>
          </p:cNvPr>
          <p:cNvSpPr>
            <a:spLocks xmlns:a="http://schemas.openxmlformats.org/drawingml/2006/main" noGrp="1"/>
          </p:cNvSpPr>
          <p:nvPr>
            <p:ph type="body" idx="2"/>
          </p:nvPr>
        </p:nvSpPr>
        <p:spPr>
          <a:xfrm xmlns:a="http://schemas.openxmlformats.org/drawingml/2006/main">
            <a:off x="488870" y="1543050"/>
            <a:ext cx="3123900" cy="2858691"/>
          </a:xfrm>
        </p:spPr>
        <p:txBody>
          <a:bodyPr xmlns:a="http://schemas.openxmlformats.org/drawingml/2006/main">
            <a:normAutofit/>
          </a:bodyPr>
          <a:lstStyle xmlns:a="http://schemas.openxmlformats.org/drawingml/2006/main">
            <a:lvl1pPr marL="0" indent="0">
              <a:lnSpc>
                <a:spcPct val="150000"/>
              </a:lnSpc>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单击此处编辑母版文本样式</a:t>
            </a:r>
            <a:endParaRPr/>
          </a:p>
        </p:txBody>
      </p:sp>
      <p:sp>
        <p:nvSpPr>
          <p:cNvPr id="5" name="日期占位符 4">
            <a:extLst xmlns:a="http://schemas.openxmlformats.org/drawingml/2006/main">
              <a:ext uri="{FF2B5EF4-FFF2-40B4-BE49-F238E27FC236}">
                <a16:creationId xmlns:a16="http://schemas.microsoft.com/office/drawing/2014/main" id="{4255215A-3C84-4950-B797-051FBFFA1CA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页脚占位符 5">
            <a:extLst xmlns:a="http://schemas.openxmlformats.org/drawingml/2006/main">
              <a:ext uri="{FF2B5EF4-FFF2-40B4-BE49-F238E27FC236}">
                <a16:creationId xmlns:a16="http://schemas.microsoft.com/office/drawing/2014/main" id="{01BDE71C-72EC-4B35-A873-62EC52B76A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D096C65C-16C2-45F5-8436-12934DBB695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2.xml><?xml version="1.0" encoding="utf-8"?>
<p:sldLayout xmlns:p="http://schemas.openxmlformats.org/presentationml/2006/main" type="vertTitleAndTx" preserve="1">
  <p:cSld name="竖排标题与文本">
    <p:spTree>
      <p:nvGrpSpPr>
        <p:cNvPr id="1" name=""/>
        <p:cNvGrpSpPr/>
        <p:nvPr/>
      </p:nvGrpSpPr>
      <p:grpSpPr>
        <a:xfrm xmlns:a="http://schemas.openxmlformats.org/drawingml/2006/main"/>
      </p:grpSpPr>
      <p:sp>
        <p:nvSpPr>
          <p:cNvPr id="2" name="竖排标题 1">
            <a:extLst xmlns:a="http://schemas.openxmlformats.org/drawingml/2006/main">
              <a:ext uri="{FF2B5EF4-FFF2-40B4-BE49-F238E27FC236}">
                <a16:creationId xmlns:a16="http://schemas.microsoft.com/office/drawing/2014/main" id="{B30B0348-BDA9-4CEE-909E-764D93FF7BE8}"/>
              </a:ext>
            </a:extLst>
          </p:cNvPr>
          <p:cNvSpPr>
            <a:spLocks xmlns:a="http://schemas.openxmlformats.org/drawingml/2006/main" noGrp="1"/>
          </p:cNvSpPr>
          <p:nvPr>
            <p:ph type="title" idx="0"/>
          </p:nvPr>
        </p:nvSpPr>
        <p:spPr>
          <a:xfrm xmlns:a="http://schemas.openxmlformats.org/drawingml/2006/main">
            <a:off x="7368363" y="273844"/>
            <a:ext cx="1146987" cy="4358879"/>
          </a:xfrm>
        </p:spPr>
        <p:txBody>
          <a:bodyPr xmlns:a="http://schemas.openxmlformats.org/drawingml/2006/main" vert="eaVert">
            <a:normAutofit/>
          </a:bodyPr>
          <a:lstStyle xmlns:a="http://schemas.openxmlformats.org/drawingml/2006/main">
            <a:lvl1pPr>
              <a:buNone/>
              <a:defRPr sz="2700"/>
            </a:lvl1pPr>
          </a:lstStyle>
          <a:p xmlns:a="http://schemas.openxmlformats.org/drawingml/2006/main">
            <a:r>
              <a:t>单击此处编辑母版标题样式</a:t>
            </a:r>
            <a:endParaRPr/>
          </a:p>
        </p:txBody>
      </p:sp>
      <p:sp>
        <p:nvSpPr>
          <p:cNvPr id="3" name="竖排文字占位符 2">
            <a:extLst xmlns:a="http://schemas.openxmlformats.org/drawingml/2006/main">
              <a:ext uri="{FF2B5EF4-FFF2-40B4-BE49-F238E27FC236}">
                <a16:creationId xmlns:a16="http://schemas.microsoft.com/office/drawing/2014/main" id="{E6B10E22-1BC3-4429-A8BE-46A9A6263AA7}"/>
              </a:ext>
            </a:extLst>
          </p:cNvPr>
          <p:cNvSpPr>
            <a:spLocks xmlns:a="http://schemas.openxmlformats.org/drawingml/2006/main" noGrp="1"/>
          </p:cNvSpPr>
          <p:nvPr>
            <p:ph type="body" idx="1"/>
          </p:nvPr>
        </p:nvSpPr>
        <p:spPr>
          <a:xfrm xmlns:a="http://schemas.openxmlformats.org/drawingml/2006/main">
            <a:off x="628650" y="273844"/>
            <a:ext cx="6659969" cy="4358879"/>
          </a:xfrm>
        </p:spPr>
        <p:txBody>
          <a:bodyPr xmlns:a="http://schemas.openxmlformats.org/drawingml/2006/main" vert="eaVert"/>
          <a:lstStyle xmlns:a="http://schemas.openxmlformats.org/drawingml/2006/main"/>
          <a:p xmlns:a="http://schemas.openxmlformats.org/drawingml/2006/main">
            <a:pPr lvl="0">
              <a:buNone/>
            </a:pPr>
            <a:r>
              <a:t>单击此处编辑母版文本样式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4" name="日期占位符 3">
            <a:extLst xmlns:a="http://schemas.openxmlformats.org/drawingml/2006/main">
              <a:ext uri="{FF2B5EF4-FFF2-40B4-BE49-F238E27FC236}">
                <a16:creationId xmlns:a16="http://schemas.microsoft.com/office/drawing/2014/main" id="{9055A985-142B-4753-9920-EA29B55B321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页脚占位符 4">
            <a:extLst xmlns:a="http://schemas.openxmlformats.org/drawingml/2006/main">
              <a:ext uri="{FF2B5EF4-FFF2-40B4-BE49-F238E27FC236}">
                <a16:creationId xmlns:a16="http://schemas.microsoft.com/office/drawing/2014/main" id="{470196BC-3566-4479-BB89-BD8CA5DBE4D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7674B1B4-1705-4D7B-84BE-C3F342D827E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3.xml><?xml version="1.0" encoding="utf-8"?>
<p:sldLayout xmlns:p="http://schemas.openxmlformats.org/presentationml/2006/main" preserve="1" userDrawn="1">
  <p:cSld name="内容">
    <p:spTree>
      <p:nvGrpSpPr>
        <p:cNvPr id="1" name=""/>
        <p:cNvGrpSpPr/>
        <p:nvPr/>
      </p:nvGrpSpPr>
      <p:grpSpPr>
        <a:xfrm xmlns:a="http://schemas.openxmlformats.org/drawingml/2006/main"/>
      </p:grpSpPr>
      <p:sp>
        <p:nvSpPr>
          <p:cNvPr id="3" name="日期占位符 2">
            <a:extLst xmlns:a="http://schemas.openxmlformats.org/drawingml/2006/main">
              <a:ext uri="{FF2B5EF4-FFF2-40B4-BE49-F238E27FC236}">
                <a16:creationId xmlns:a16="http://schemas.microsoft.com/office/drawing/2014/main" id="{0B89989C-3CF2-48D4-9632-B3EB31FEB92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4" name="页脚占位符 3">
            <a:extLst xmlns:a="http://schemas.openxmlformats.org/drawingml/2006/main">
              <a:ext uri="{FF2B5EF4-FFF2-40B4-BE49-F238E27FC236}">
                <a16:creationId xmlns:a16="http://schemas.microsoft.com/office/drawing/2014/main" id="{FF849E4A-1A16-4C68-B4FC-F3BFCC62F3F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灯片编号占位符 4">
            <a:extLst xmlns:a="http://schemas.openxmlformats.org/drawingml/2006/main">
              <a:ext uri="{FF2B5EF4-FFF2-40B4-BE49-F238E27FC236}">
                <a16:creationId xmlns:a16="http://schemas.microsoft.com/office/drawing/2014/main" id="{5E00E48E-3351-4BCA-819F-F3D27D4EFD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
        <p:nvSpPr>
          <p:cNvPr id="7" name="内容占位符 6">
            <a:extLst xmlns:a="http://schemas.openxmlformats.org/drawingml/2006/main">
              <a:ext uri="{FF2B5EF4-FFF2-40B4-BE49-F238E27FC236}">
                <a16:creationId xmlns:a16="http://schemas.microsoft.com/office/drawing/2014/main" id="{50253675-CC68-4B4E-835B-A857A40C68A1}"/>
              </a:ext>
            </a:extLst>
          </p:cNvPr>
          <p:cNvSpPr>
            <a:spLocks xmlns:a="http://schemas.openxmlformats.org/drawingml/2006/main" noGrp="1"/>
          </p:cNvSpPr>
          <p:nvPr>
            <p:ph idx="13"/>
          </p:nvPr>
        </p:nvSpPr>
        <p:spPr>
          <a:xfrm xmlns:a="http://schemas.openxmlformats.org/drawingml/2006/main">
            <a:off x="628650" y="413657"/>
            <a:ext cx="7886700" cy="4169228"/>
          </a:xfrm>
        </p:spPr>
        <p:txBody>
          <a:bodyPr xmlns:a="http://schemas.openxmlformats.org/drawingml/2006/main"/>
          <a:lstStyle xmlns:a="http://schemas.openxmlformats.org/drawingml/2006/main"/>
          <a:p xmlns:a="http://schemas.openxmlformats.org/drawingml/2006/main">
            <a:pPr lvl="0">
              <a:buNone/>
            </a:pPr>
            <a:r>
              <a:t>单击此处编辑母版文本样式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Tree>
  </p:cSld>
</p:sldLayout>
</file>

<file path=ppt/slideLayouts/slideLayout14.xml><?xml version="1.0" encoding="utf-8"?>
<p:sldLayout xmlns:p="http://schemas.openxmlformats.org/presentationml/2006/main" preserve="1" userDrawn="1">
  <p:cSld name="1_自定义版式">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5BE5347-7DAA-44F2-BE53-BB69ED03F7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endParaRPr/>
          </a:p>
        </p:txBody>
      </p:sp>
      <p:sp>
        <p:nvSpPr>
          <p:cNvPr id="3" name="日期占位符 2">
            <a:extLst xmlns:a="http://schemas.openxmlformats.org/drawingml/2006/main">
              <a:ext uri="{FF2B5EF4-FFF2-40B4-BE49-F238E27FC236}">
                <a16:creationId xmlns:a16="http://schemas.microsoft.com/office/drawing/2014/main" id="{C4B06685-D4C3-4131-8BB2-6A9FC325FE9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4" name="页脚占位符 3">
            <a:extLst xmlns:a="http://schemas.openxmlformats.org/drawingml/2006/main">
              <a:ext uri="{FF2B5EF4-FFF2-40B4-BE49-F238E27FC236}">
                <a16:creationId xmlns:a16="http://schemas.microsoft.com/office/drawing/2014/main" id="{10E62638-4468-468E-B69B-78FE246920F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灯片编号占位符 4">
            <a:extLst xmlns:a="http://schemas.openxmlformats.org/drawingml/2006/main">
              <a:ext uri="{FF2B5EF4-FFF2-40B4-BE49-F238E27FC236}">
                <a16:creationId xmlns:a16="http://schemas.microsoft.com/office/drawing/2014/main" id="{23805848-1FC4-4EB5-9988-8CD1F7F3F08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aa3acc1dbd423e" /><Relationship Type="http://schemas.openxmlformats.org/officeDocument/2006/relationships/slideLayout" Target="/ppt/slideLayouts/slideLayout1.xml" Id="R2743431852aa4603" /><Relationship Type="http://schemas.openxmlformats.org/officeDocument/2006/relationships/slideLayout" Target="/ppt/slideLayouts/slideLayout2.xml" Id="Rc51c8b6fdea34c07" /><Relationship Type="http://schemas.openxmlformats.org/officeDocument/2006/relationships/slideLayout" Target="/ppt/slideLayouts/slideLayout3.xml" Id="Re4d1028276c5423e" /><Relationship Type="http://schemas.openxmlformats.org/officeDocument/2006/relationships/slideLayout" Target="/ppt/slideLayouts/slideLayout4.xml" Id="Rbbbe214c337c4e53" /><Relationship Type="http://schemas.openxmlformats.org/officeDocument/2006/relationships/slideLayout" Target="/ppt/slideLayouts/slideLayout5.xml" Id="R296d9012b5ef418a" /><Relationship Type="http://schemas.openxmlformats.org/officeDocument/2006/relationships/slideLayout" Target="/ppt/slideLayouts/slideLayout6.xml" Id="R0bf9b39eae5446d8" /><Relationship Type="http://schemas.openxmlformats.org/officeDocument/2006/relationships/slideLayout" Target="/ppt/slideLayouts/slideLayout7.xml" Id="R5f4efe267705426c" /><Relationship Type="http://schemas.openxmlformats.org/officeDocument/2006/relationships/slideLayout" Target="/ppt/slideLayouts/slideLayout8.xml" Id="Re03c7b71a61a468a" /><Relationship Type="http://schemas.openxmlformats.org/officeDocument/2006/relationships/slideLayout" Target="/ppt/slideLayouts/slideLayout9.xml" Id="Ra37466d65461422e" /><Relationship Type="http://schemas.openxmlformats.org/officeDocument/2006/relationships/slideLayout" Target="/ppt/slideLayouts/slideLayout10.xml" Id="Rafdf34919f734128" /><Relationship Type="http://schemas.openxmlformats.org/officeDocument/2006/relationships/slideLayout" Target="/ppt/slideLayouts/slideLayout11.xml" Id="Rc94ca0740b4c468c" /><Relationship Type="http://schemas.openxmlformats.org/officeDocument/2006/relationships/slideLayout" Target="/ppt/slideLayouts/slideLayout12.xml" Id="R908dd1d5aa7d4c07" /><Relationship Type="http://schemas.openxmlformats.org/officeDocument/2006/relationships/slideLayout" Target="/ppt/slideLayouts/slideLayout13.xml" Id="R9538bd7f81db4bba" /><Relationship Type="http://schemas.openxmlformats.org/officeDocument/2006/relationships/slideLayout" Target="/ppt/slideLayouts/slideLayout14.xml" Id="R07106cc5d8ef4cb3"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A5B51551-4953-4865-8E21-9B32D27C45E6}"/>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单击此处编辑母版标题样式</a:t>
            </a:r>
            <a:endParaRPr/>
          </a:p>
        </p:txBody>
      </p:sp>
      <p:sp>
        <p:nvSpPr>
          <p:cNvPr id="3" name="文本占位符 2">
            <a:extLst xmlns:a="http://schemas.openxmlformats.org/drawingml/2006/main">
              <a:ext uri="{FF2B5EF4-FFF2-40B4-BE49-F238E27FC236}">
                <a16:creationId xmlns:a16="http://schemas.microsoft.com/office/drawing/2014/main" id="{A4D6163C-A0C4-4811-8259-5644F7BBCFDF}"/>
              </a:ext>
            </a:extLst>
          </p:cNvPr>
          <p:cNvSpPr>
            <a:spLocks xmlns:a="http://schemas.openxmlformats.org/drawingml/2006/main" noGrp="1"/>
          </p:cNvSpPr>
          <p:nvPr>
            <p:ph type="body" idx="1"/>
          </p:nvPr>
        </p:nvSpPr>
        <p:spPr>
          <a:xfrm xmlns:a="http://schemas.openxmlformats.org/drawingml/2006/main">
            <a:off x="628650" y="1369219"/>
            <a:ext cx="7886700" cy="3263504"/>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单击此处编辑母版文本样式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4" name="日期占位符 3">
            <a:extLst xmlns:a="http://schemas.openxmlformats.org/drawingml/2006/main">
              <a:ext uri="{FF2B5EF4-FFF2-40B4-BE49-F238E27FC236}">
                <a16:creationId xmlns:a16="http://schemas.microsoft.com/office/drawing/2014/main" id="{B2BCF74B-E6E7-45A0-89FD-4C124F657A30}"/>
              </a:ext>
            </a:extLst>
          </p:cNvPr>
          <p:cNvSpPr>
            <a:spLocks xmlns:a="http://schemas.openxmlformats.org/drawingml/2006/main" noGrp="1"/>
          </p:cNvSpPr>
          <p:nvPr>
            <p:ph type="dt" idx="2"/>
          </p:nvPr>
        </p:nvSpPr>
        <p:spPr>
          <a:xfrm xmlns:a="http://schemas.openxmlformats.org/drawingml/2006/main">
            <a:off x="628650" y="4767263"/>
            <a:ext cx="2057400" cy="273844"/>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a:buNone/>
              <a:defRPr sz="900">
                <a:solidFill>
                  <a:schemeClr val="tx1">
                    <a:tint val="75000"/>
                  </a:schemeClr>
                </a:solidFill>
              </a:defRPr>
            </a:lvl1pPr>
          </a:lstStyle>
          <a:p xmlns:a="http://schemas.openxmlformats.org/drawingml/2006/main">
            <a:endParaRPr/>
          </a:p>
        </p:txBody>
      </p:sp>
      <p:sp>
        <p:nvSpPr>
          <p:cNvPr id="5" name="页脚占位符 4">
            <a:extLst xmlns:a="http://schemas.openxmlformats.org/drawingml/2006/main">
              <a:ext uri="{FF2B5EF4-FFF2-40B4-BE49-F238E27FC236}">
                <a16:creationId xmlns:a16="http://schemas.microsoft.com/office/drawing/2014/main" id="{204F89BA-3E74-41E2-836E-6378B5BB2DFA}"/>
              </a:ext>
            </a:extLst>
          </p:cNvPr>
          <p:cNvSpPr>
            <a:spLocks xmlns:a="http://schemas.openxmlformats.org/drawingml/2006/main" noGrp="1"/>
          </p:cNvSpPr>
          <p:nvPr>
            <p:ph type="ftr" idx="3"/>
          </p:nvPr>
        </p:nvSpPr>
        <p:spPr>
          <a:xfrm xmlns:a="http://schemas.openxmlformats.org/drawingml/2006/main">
            <a:off x="3028950" y="4767263"/>
            <a:ext cx="3086100" cy="273844"/>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ctr">
              <a:buNone/>
              <a:defRPr sz="900">
                <a:solidFill>
                  <a:schemeClr val="tx1">
                    <a:tint val="75000"/>
                  </a:schemeClr>
                </a:solidFill>
              </a:defRPr>
            </a:lvl1pPr>
          </a:lstStyle>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263DE01D-164B-4953-927F-00DEDABC54C7}"/>
              </a:ext>
            </a:extLst>
          </p:cNvPr>
          <p:cNvSpPr>
            <a:spLocks xmlns:a="http://schemas.openxmlformats.org/drawingml/2006/main" noGrp="1"/>
          </p:cNvSpPr>
          <p:nvPr>
            <p:ph type="sldNum" idx="4"/>
          </p:nvPr>
        </p:nvSpPr>
        <p:spPr>
          <a:xfrm xmlns:a="http://schemas.openxmlformats.org/drawingml/2006/main">
            <a:off x="6457950" y="4767263"/>
            <a:ext cx="2057400" cy="273844"/>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r">
              <a:buNone/>
              <a:defRPr sz="900">
                <a:solidFill>
                  <a:schemeClr val="tx1">
                    <a:tint val="75000"/>
                  </a:schemeClr>
                </a:solidFill>
              </a:defRPr>
            </a:lvl1pPr>
          </a:lstStyle>
          <a:p xmlns:a="http://schemas.openxmlformats.org/drawingml/2006/main">
            <a:endParaRPr/>
          </a:p>
        </p:txBody>
      </p:sp>
      <p:sp>
        <p:nvSpPr>
          <p:cNvPr id="7" name="矩形 6">
            <a:extLst xmlns:a="http://schemas.openxmlformats.org/drawingml/2006/main">
              <a:ext uri="{FF2B5EF4-FFF2-40B4-BE49-F238E27FC236}">
                <a16:creationId xmlns:a16="http://schemas.microsoft.com/office/drawing/2014/main" id="{BA646DF9-EB2B-4B9B-96B9-72059625ADBB}"/>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gradFill xmlns:a="http://schemas.openxmlformats.org/drawingml/2006/main">
            <a:gsLst>
              <a:gs pos="0">
                <a:schemeClr val="bg1">
                  <a:lumMod val="95000"/>
                </a:schemeClr>
              </a:gs>
              <a:gs pos="50000">
                <a:srgbClr val="F7F7F7"/>
              </a:gs>
              <a:gs pos="100000">
                <a:srgbClr val="FCFCFC"/>
              </a:gs>
            </a:gsLst>
            <a:lin ang="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5"/>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43431852aa4603"/>
    <p:sldLayoutId xmlns:r="http://schemas.openxmlformats.org/officeDocument/2006/relationships" id="2147483650" r:id="Rc51c8b6fdea34c07"/>
    <p:sldLayoutId xmlns:r="http://schemas.openxmlformats.org/officeDocument/2006/relationships" id="2147483651" r:id="Re4d1028276c5423e"/>
    <p:sldLayoutId xmlns:r="http://schemas.openxmlformats.org/officeDocument/2006/relationships" id="2147483652" r:id="Rbbbe214c337c4e53"/>
    <p:sldLayoutId xmlns:r="http://schemas.openxmlformats.org/officeDocument/2006/relationships" id="2147483653" r:id="R296d9012b5ef418a"/>
    <p:sldLayoutId xmlns:r="http://schemas.openxmlformats.org/officeDocument/2006/relationships" id="2147483654" r:id="R0bf9b39eae5446d8"/>
    <p:sldLayoutId xmlns:r="http://schemas.openxmlformats.org/officeDocument/2006/relationships" id="2147483655" r:id="R5f4efe267705426c"/>
    <p:sldLayoutId xmlns:r="http://schemas.openxmlformats.org/officeDocument/2006/relationships" id="2147483656" r:id="Re03c7b71a61a468a"/>
    <p:sldLayoutId xmlns:r="http://schemas.openxmlformats.org/officeDocument/2006/relationships" id="2147483657" r:id="Ra37466d65461422e"/>
    <p:sldLayoutId xmlns:r="http://schemas.openxmlformats.org/officeDocument/2006/relationships" id="2147483658" r:id="Rafdf34919f734128"/>
    <p:sldLayoutId xmlns:r="http://schemas.openxmlformats.org/officeDocument/2006/relationships" id="2147483659" r:id="Rc94ca0740b4c468c"/>
    <p:sldLayoutId xmlns:r="http://schemas.openxmlformats.org/officeDocument/2006/relationships" id="2147483660" r:id="R908dd1d5aa7d4c07"/>
    <p:sldLayoutId xmlns:r="http://schemas.openxmlformats.org/officeDocument/2006/relationships" id="2147483661" r:id="R9538bd7f81db4bba"/>
    <p:sldLayoutId xmlns:r="http://schemas.openxmlformats.org/officeDocument/2006/relationships" id="2147483662" r:id="R07106cc5d8ef4cb3"/>
  </p:sldLayoutIdLst>
  <p:txStyles>
    <p:titleStyle>
      <a:lvl1pPr xmlns:a="http://schemas.openxmlformats.org/drawingml/2006/main" algn="l" defTabSz="685800">
        <a:lnSpc>
          <a:spcPct val="90000"/>
        </a:lnSpc>
        <a:spcBef>
          <a:spcPct val="0"/>
        </a:spcBef>
        <a:buNone/>
        <a:defRPr sz="3000" kern="1200">
          <a:solidFill>
            <a:schemeClr val="tx1"/>
          </a:solidFill>
          <a:latin typeface="+mj-lt"/>
          <a:ea typeface="+mj-lt"/>
          <a:cs typeface="+mj-lt"/>
        </a:defRPr>
      </a:lvl1pPr>
    </p:titleStyle>
    <p:bodyStyle>
      <a:lvl1pPr xmlns:a="http://schemas.openxmlformats.org/drawingml/2006/main" marL="171450" indent="-171450" algn="l" defTabSz="685800">
        <a:lnSpc>
          <a:spcPct val="90000"/>
        </a:lnSpc>
        <a:spcBef>
          <a:spcPts val="750"/>
        </a:spcBef>
        <a:buFont typeface="Arial"/>
        <a:buChar char="•"/>
        <a:defRPr sz="1800" kern="1200">
          <a:solidFill>
            <a:schemeClr val="tx1"/>
          </a:solidFill>
          <a:latin typeface="+mn-lt"/>
          <a:ea typeface="+mn-lt"/>
          <a:cs typeface="+mn-lt"/>
        </a:defRPr>
      </a:lvl1pPr>
      <a:lvl2pPr xmlns:a="http://schemas.openxmlformats.org/drawingml/2006/main" marL="514350" indent="-171450" algn="l" defTabSz="685800">
        <a:lnSpc>
          <a:spcPct val="90000"/>
        </a:lnSpc>
        <a:spcBef>
          <a:spcPts val="375"/>
        </a:spcBef>
        <a:buFont typeface="Arial"/>
        <a:buChar char="•"/>
        <a:defRPr sz="1500" kern="1200">
          <a:solidFill>
            <a:schemeClr val="tx1"/>
          </a:solidFill>
          <a:latin typeface="+mn-lt"/>
          <a:ea typeface="+mn-lt"/>
          <a:cs typeface="+mn-lt"/>
        </a:defRPr>
      </a:lvl2pPr>
      <a:lvl3pPr xmlns:a="http://schemas.openxmlformats.org/drawingml/2006/main" marL="857250" indent="-171450" algn="l" defTabSz="685800">
        <a:lnSpc>
          <a:spcPct val="90000"/>
        </a:lnSpc>
        <a:spcBef>
          <a:spcPts val="375"/>
        </a:spcBef>
        <a:buFont typeface="Arial"/>
        <a:buChar char="•"/>
        <a:defRPr sz="1350" kern="1200">
          <a:solidFill>
            <a:schemeClr val="tx1"/>
          </a:solidFill>
          <a:latin typeface="+mn-lt"/>
          <a:ea typeface="+mn-lt"/>
          <a:cs typeface="+mn-lt"/>
        </a:defRPr>
      </a:lvl3pPr>
      <a:lvl4pPr xmlns:a="http://schemas.openxmlformats.org/drawingml/2006/main" marL="1200150" indent="-171450" algn="l" defTabSz="685800">
        <a:lnSpc>
          <a:spcPct val="90000"/>
        </a:lnSpc>
        <a:spcBef>
          <a:spcPts val="375"/>
        </a:spcBef>
        <a:buFont typeface="Arial"/>
        <a:buChar char="•"/>
        <a:defRPr sz="1350" kern="1200">
          <a:solidFill>
            <a:schemeClr val="tx1"/>
          </a:solidFill>
          <a:latin typeface="+mn-lt"/>
          <a:ea typeface="+mn-lt"/>
          <a:cs typeface="+mn-lt"/>
        </a:defRPr>
      </a:lvl4pPr>
      <a:lvl5pPr xmlns:a="http://schemas.openxmlformats.org/drawingml/2006/main" marL="1543050" indent="-171450" algn="l" defTabSz="685800">
        <a:lnSpc>
          <a:spcPct val="90000"/>
        </a:lnSpc>
        <a:spcBef>
          <a:spcPts val="375"/>
        </a:spcBef>
        <a:buFont typeface="Arial"/>
        <a:buChar char="•"/>
        <a:defRPr sz="1350" kern="1200">
          <a:solidFill>
            <a:schemeClr val="tx1"/>
          </a:solidFill>
          <a:latin typeface="+mn-lt"/>
          <a:ea typeface="+mn-lt"/>
          <a:cs typeface="+mn-lt"/>
        </a:defRPr>
      </a:lvl5pPr>
      <a:lvl6pPr xmlns:a="http://schemas.openxmlformats.org/drawingml/2006/main" marL="1885950" indent="-171450" algn="l" defTabSz="685800">
        <a:lnSpc>
          <a:spcPct val="90000"/>
        </a:lnSpc>
        <a:spcBef>
          <a:spcPts val="375"/>
        </a:spcBef>
        <a:buFont typeface="Arial"/>
        <a:buChar char="•"/>
        <a:defRPr sz="1350" kern="1200">
          <a:solidFill>
            <a:schemeClr val="tx1"/>
          </a:solidFill>
          <a:latin typeface="+mn-lt"/>
          <a:ea typeface="+mn-lt"/>
          <a:cs typeface="+mn-lt"/>
        </a:defRPr>
      </a:lvl6pPr>
      <a:lvl7pPr xmlns:a="http://schemas.openxmlformats.org/drawingml/2006/main" marL="2228850" indent="-171450" algn="l" defTabSz="685800">
        <a:lnSpc>
          <a:spcPct val="90000"/>
        </a:lnSpc>
        <a:spcBef>
          <a:spcPts val="375"/>
        </a:spcBef>
        <a:buFont typeface="Arial"/>
        <a:buChar char="•"/>
        <a:defRPr sz="1350" kern="1200">
          <a:solidFill>
            <a:schemeClr val="tx1"/>
          </a:solidFill>
          <a:latin typeface="+mn-lt"/>
          <a:ea typeface="+mn-lt"/>
          <a:cs typeface="+mn-lt"/>
        </a:defRPr>
      </a:lvl7pPr>
      <a:lvl8pPr xmlns:a="http://schemas.openxmlformats.org/drawingml/2006/main" marL="2571750" indent="-171450" algn="l" defTabSz="685800">
        <a:lnSpc>
          <a:spcPct val="90000"/>
        </a:lnSpc>
        <a:spcBef>
          <a:spcPts val="375"/>
        </a:spcBef>
        <a:buFont typeface="Arial"/>
        <a:buChar char="•"/>
        <a:defRPr sz="1350" kern="1200">
          <a:solidFill>
            <a:schemeClr val="tx1"/>
          </a:solidFill>
          <a:latin typeface="+mn-lt"/>
          <a:ea typeface="+mn-lt"/>
          <a:cs typeface="+mn-lt"/>
        </a:defRPr>
      </a:lvl8pPr>
      <a:lvl9pPr xmlns:a="http://schemas.openxmlformats.org/drawingml/2006/main" marL="2914650" indent="-171450" algn="l" defTabSz="685800">
        <a:lnSpc>
          <a:spcPct val="90000"/>
        </a:lnSpc>
        <a:spcBef>
          <a:spcPts val="375"/>
        </a:spcBef>
        <a:buFont typeface="Arial"/>
        <a:buChar char="•"/>
        <a:defRPr sz="1350" kern="1200">
          <a:solidFill>
            <a:schemeClr val="tx1"/>
          </a:solidFill>
          <a:latin typeface="+mn-lt"/>
          <a:ea typeface="+mn-lt"/>
          <a:cs typeface="+mn-lt"/>
        </a:defRPr>
      </a:lvl9pPr>
    </p:bodyStyle>
    <p:otherStyle>
      <a:lvl1pPr xmlns:a="http://schemas.openxmlformats.org/drawingml/2006/main" marL="0" algn="l" defTabSz="685800">
        <a:buNone/>
        <a:defRPr sz="1350" kern="1200">
          <a:solidFill>
            <a:schemeClr val="tx1"/>
          </a:solidFill>
          <a:latin typeface="+mn-lt"/>
          <a:ea typeface="+mn-lt"/>
          <a:cs typeface="+mn-lt"/>
        </a:defRPr>
      </a:lvl1pPr>
      <a:lvl2pPr xmlns:a="http://schemas.openxmlformats.org/drawingml/2006/main" marL="342900" algn="l" defTabSz="685800">
        <a:buNone/>
        <a:defRPr sz="1350" kern="1200">
          <a:solidFill>
            <a:schemeClr val="tx1"/>
          </a:solidFill>
          <a:latin typeface="+mn-lt"/>
          <a:ea typeface="+mn-lt"/>
          <a:cs typeface="+mn-lt"/>
        </a:defRPr>
      </a:lvl2pPr>
      <a:lvl3pPr xmlns:a="http://schemas.openxmlformats.org/drawingml/2006/main" marL="685800" algn="l" defTabSz="685800">
        <a:buNone/>
        <a:defRPr sz="1350" kern="1200">
          <a:solidFill>
            <a:schemeClr val="tx1"/>
          </a:solidFill>
          <a:latin typeface="+mn-lt"/>
          <a:ea typeface="+mn-lt"/>
          <a:cs typeface="+mn-lt"/>
        </a:defRPr>
      </a:lvl3pPr>
      <a:lvl4pPr xmlns:a="http://schemas.openxmlformats.org/drawingml/2006/main" marL="1028700" algn="l" defTabSz="685800">
        <a:buNone/>
        <a:defRPr sz="1350" kern="1200">
          <a:solidFill>
            <a:schemeClr val="tx1"/>
          </a:solidFill>
          <a:latin typeface="+mn-lt"/>
          <a:ea typeface="+mn-lt"/>
          <a:cs typeface="+mn-lt"/>
        </a:defRPr>
      </a:lvl4pPr>
      <a:lvl5pPr xmlns:a="http://schemas.openxmlformats.org/drawingml/2006/main" marL="1371600" algn="l" defTabSz="685800">
        <a:buNone/>
        <a:defRPr sz="1350" kern="1200">
          <a:solidFill>
            <a:schemeClr val="tx1"/>
          </a:solidFill>
          <a:latin typeface="+mn-lt"/>
          <a:ea typeface="+mn-lt"/>
          <a:cs typeface="+mn-lt"/>
        </a:defRPr>
      </a:lvl5pPr>
      <a:lvl6pPr xmlns:a="http://schemas.openxmlformats.org/drawingml/2006/main" marL="1714500" algn="l" defTabSz="685800">
        <a:buNone/>
        <a:defRPr sz="1350" kern="1200">
          <a:solidFill>
            <a:schemeClr val="tx1"/>
          </a:solidFill>
          <a:latin typeface="+mn-lt"/>
          <a:ea typeface="+mn-lt"/>
          <a:cs typeface="+mn-lt"/>
        </a:defRPr>
      </a:lvl6pPr>
      <a:lvl7pPr xmlns:a="http://schemas.openxmlformats.org/drawingml/2006/main" marL="2057400" algn="l" defTabSz="685800">
        <a:buNone/>
        <a:defRPr sz="1350" kern="1200">
          <a:solidFill>
            <a:schemeClr val="tx1"/>
          </a:solidFill>
          <a:latin typeface="+mn-lt"/>
          <a:ea typeface="+mn-lt"/>
          <a:cs typeface="+mn-lt"/>
        </a:defRPr>
      </a:lvl7pPr>
      <a:lvl8pPr xmlns:a="http://schemas.openxmlformats.org/drawingml/2006/main" marL="2400300" algn="l" defTabSz="685800">
        <a:buNone/>
        <a:defRPr sz="1350" kern="1200">
          <a:solidFill>
            <a:schemeClr val="tx1"/>
          </a:solidFill>
          <a:latin typeface="+mn-lt"/>
          <a:ea typeface="+mn-lt"/>
          <a:cs typeface="+mn-lt"/>
        </a:defRPr>
      </a:lvl8pPr>
      <a:lvl9pPr xmlns:a="http://schemas.openxmlformats.org/drawingml/2006/main" marL="2743200" algn="l" defTabSz="685800">
        <a:buNone/>
        <a:defRPr sz="135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0.xml" Id="Rbcb702ab7b7445a7" /><Relationship Type="http://schemas.openxmlformats.org/officeDocument/2006/relationships/image" Target="/ppt/media/image.png" Id="R60f4b7e38fda4789" /><Relationship Type="http://schemas.openxmlformats.org/officeDocument/2006/relationships/image" Target="/ppt/media/image.jpeg" Id="R2d9d631af7544894" /><Relationship Type="http://schemas.openxmlformats.org/officeDocument/2006/relationships/notesSlide" Target="/ppt/notesSlides/notesSlide1.xml" Id="R042ce8ccb21f44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0.xml" Id="Rd476a185f3764f04" /><Relationship Type="http://schemas.openxmlformats.org/officeDocument/2006/relationships/image" Target="/ppt/media/image.jpeg" Id="Rda734356346f476a" /><Relationship Type="http://schemas.openxmlformats.org/officeDocument/2006/relationships/notesSlide" Target="/ppt/notesSlides/notesSlide2.xml" Id="Rb73b8bbd83d044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0.xml" Id="Radf3e5426a1440d3" /><Relationship Type="http://schemas.openxmlformats.org/officeDocument/2006/relationships/image" Target="/ppt/media/image.jpeg" Id="R892ef22daef948d7" /><Relationship Type="http://schemas.openxmlformats.org/officeDocument/2006/relationships/notesSlide" Target="/ppt/notesSlides/notesSlide3.xml" Id="Rabadc3ac7b8541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0.xml" Id="R5b83949a2a8a4f98" /><Relationship Type="http://schemas.openxmlformats.org/officeDocument/2006/relationships/image" Target="/ppt/media/image.jpeg" Id="R00c845194ebb4821" /><Relationship Type="http://schemas.openxmlformats.org/officeDocument/2006/relationships/image" Target="/ppt/media/image2.png" Id="Rf91e542be0bf4fb3" /><Relationship Type="http://schemas.openxmlformats.org/officeDocument/2006/relationships/image" Target="/ppt/media/image2.jpeg" Id="R28c3597387fa4bd1" /><Relationship Type="http://schemas.openxmlformats.org/officeDocument/2006/relationships/image" Target="/ppt/media/image3.png" Id="R5f4cec9eb0dd4294" /><Relationship Type="http://schemas.openxmlformats.org/officeDocument/2006/relationships/notesSlide" Target="/ppt/notesSlides/notesSlide4.xml" Id="R1cd6c54dcde747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0.xml" Id="R3568626f1ea94a3d" /><Relationship Type="http://schemas.openxmlformats.org/officeDocument/2006/relationships/image" Target="/ppt/media/image.jpeg" Id="Rcc3ddcbba2e04e3f" /><Relationship Type="http://schemas.openxmlformats.org/officeDocument/2006/relationships/image" Target="/ppt/media/image4.png" Id="R5683fc14a355427e" /><Relationship Type="http://schemas.openxmlformats.org/officeDocument/2006/relationships/notesSlide" Target="/ppt/notesSlides/notesSlide5.xml" Id="R2d5c306c5cd649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0.xml" Id="Re711b731721d4cf7" /><Relationship Type="http://schemas.openxmlformats.org/officeDocument/2006/relationships/image" Target="/ppt/media/image.jpeg" Id="R762e277a72be4e85" /><Relationship Type="http://schemas.openxmlformats.org/officeDocument/2006/relationships/notesSlide" Target="/ppt/notesSlides/notesSlide6.xml" Id="R92f78cdd562245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0.xml" Id="Ra790809719ff4783" /><Relationship Type="http://schemas.openxmlformats.org/officeDocument/2006/relationships/image" Target="/ppt/media/image.jpeg" Id="R325612bc06b84335" /><Relationship Type="http://schemas.openxmlformats.org/officeDocument/2006/relationships/image" Target="/ppt/media/image5.png" Id="R4d165b9378a041e7" /><Relationship Type="http://schemas.openxmlformats.org/officeDocument/2006/relationships/image" Target="/ppt/media/image3.jpeg" Id="R83be0827dded4b88" /><Relationship Type="http://schemas.openxmlformats.org/officeDocument/2006/relationships/image" Target="/ppt/media/image6.png" Id="R462efff31e094270" /><Relationship Type="http://schemas.openxmlformats.org/officeDocument/2006/relationships/notesSlide" Target="/ppt/notesSlides/notesSlide7.xml" Id="R8d894c9475bd43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0.xml" Id="Rb70b6f46ede44527" /><Relationship Type="http://schemas.openxmlformats.org/officeDocument/2006/relationships/image" Target="/ppt/media/image.jpeg" Id="Rcbe58e9528694314" /><Relationship Type="http://schemas.openxmlformats.org/officeDocument/2006/relationships/image" Target="/ppt/media/image7.png" Id="R389e60e2bb3a419a" /><Relationship Type="http://schemas.openxmlformats.org/officeDocument/2006/relationships/image" Target="/ppt/media/image8.png" Id="R19fad8555bb24c52" /><Relationship Type="http://schemas.openxmlformats.org/officeDocument/2006/relationships/image" Target="/ppt/media/image9.png" Id="R509d30939ab94163" /><Relationship Type="http://schemas.openxmlformats.org/officeDocument/2006/relationships/notesSlide" Target="/ppt/notesSlides/notesSlide8.xml" Id="Rc6a643a43ff642e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0.xml" Id="Rfac84b0e95994b09" /><Relationship Type="http://schemas.openxmlformats.org/officeDocument/2006/relationships/image" Target="/ppt/media/image.jpeg" Id="Re43417d0ad304c00" /><Relationship Type="http://schemas.openxmlformats.org/officeDocument/2006/relationships/image" Target="/ppt/media/image10.png" Id="R8cb298452dfb48f2" /><Relationship Type="http://schemas.openxmlformats.org/officeDocument/2006/relationships/image" Target="/ppt/media/image11.png" Id="R5ae5476e9aed4c96" /><Relationship Type="http://schemas.openxmlformats.org/officeDocument/2006/relationships/image" Target="/ppt/media/image12.png" Id="R971f5431478a4536" /><Relationship Type="http://schemas.openxmlformats.org/officeDocument/2006/relationships/notesSlide" Target="/ppt/notesSlides/notesSlide9.xml" Id="R42732f0f20af42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0.xml" Id="R7a48ae05fa9844d2" /><Relationship Type="http://schemas.openxmlformats.org/officeDocument/2006/relationships/image" Target="/ppt/media/image.jpeg" Id="R1aa24d402e304cfa" /><Relationship Type="http://schemas.openxmlformats.org/officeDocument/2006/relationships/image" Target="/ppt/media/image13.png" Id="R72d214591bbe434d" /><Relationship Type="http://schemas.openxmlformats.org/officeDocument/2006/relationships/image" Target="/ppt/media/image14.png" Id="R419657d2e1944c34" /><Relationship Type="http://schemas.openxmlformats.org/officeDocument/2006/relationships/image" Target="/ppt/media/image15.png" Id="Re5ee54f2d4744b90" /><Relationship Type="http://schemas.openxmlformats.org/officeDocument/2006/relationships/notesSlide" Target="/ppt/notesSlides/notesSlide10.xml" Id="Rbf9cf0f215ef43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0.xml" Id="Rcadb7587ef834682" /><Relationship Type="http://schemas.openxmlformats.org/officeDocument/2006/relationships/image" Target="/ppt/media/image.jpeg" Id="R9792346963bf43f2" /><Relationship Type="http://schemas.openxmlformats.org/officeDocument/2006/relationships/image" Target="/ppt/media/image16.png" Id="R89e6f5dc81354182" /><Relationship Type="http://schemas.openxmlformats.org/officeDocument/2006/relationships/image" Target="/ppt/media/image17.png" Id="R74e2ae9f6ff54929" /><Relationship Type="http://schemas.openxmlformats.org/officeDocument/2006/relationships/image" Target="/ppt/media/image4.jpeg" Id="Rb6e542cbeffc454f" /><Relationship Type="http://schemas.openxmlformats.org/officeDocument/2006/relationships/notesSlide" Target="/ppt/notesSlides/notesSlide11.xml" Id="Rfb83a7c1116f4db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0.xml" Id="R60be7a3b88bf44e6" /><Relationship Type="http://schemas.openxmlformats.org/officeDocument/2006/relationships/image" Target="/ppt/media/image.jpeg" Id="Rf6dcd9076a524fe3" /><Relationship Type="http://schemas.openxmlformats.org/officeDocument/2006/relationships/notesSlide" Target="/ppt/notesSlides/notesSlide12.xml" Id="R31024fd244db4f2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0.xml" Id="Rf045d62c42604aa4" /><Relationship Type="http://schemas.openxmlformats.org/officeDocument/2006/relationships/image" Target="/ppt/media/image.jpeg" Id="R30ecd77ea7ae4968" /><Relationship Type="http://schemas.openxmlformats.org/officeDocument/2006/relationships/notesSlide" Target="/ppt/notesSlides/notesSlide13.xml" Id="R750ebef0531c4f7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0.xml" Id="R45075a4153084a87" /><Relationship Type="http://schemas.openxmlformats.org/officeDocument/2006/relationships/image" Target="/ppt/media/image.jpeg" Id="Ra7ba0a2c57de4241" /><Relationship Type="http://schemas.openxmlformats.org/officeDocument/2006/relationships/notesSlide" Target="/ppt/notesSlides/notesSlide14.xml" Id="R04d1aa9e52be4f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0.xml" Id="Rf06539a38acc4495" /><Relationship Type="http://schemas.openxmlformats.org/officeDocument/2006/relationships/image" Target="/ppt/media/image.jpeg" Id="Rc536925c1e164b9b" /><Relationship Type="http://schemas.openxmlformats.org/officeDocument/2006/relationships/notesSlide" Target="/ppt/notesSlides/notesSlide15.xml" Id="R72ba005a0c49415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文本占位符 2">
            <a:extLst xmlns:a="http://schemas.openxmlformats.org/drawingml/2006/main">
              <a:ext uri="{FF2B5EF4-FFF2-40B4-BE49-F238E27FC236}">
                <a16:creationId xmlns:a16="http://schemas.microsoft.com/office/drawing/2014/main" id="{0499A05B-9F96-42F5-9247-66E5E0B83E78}"/>
              </a:ext>
            </a:extLst>
          </p:cNvPr>
          <p:cNvSpPr>
            <a:spLocks xmlns:a="http://schemas.openxmlformats.org/drawingml/2006/main" noGrp="1"/>
          </p:cNvSpPr>
          <p:nvPr/>
        </p:nvSpPr>
        <p:spPr>
          <a:xfrm xmlns:a="http://schemas.openxmlformats.org/drawingml/2006/main">
            <a:off x="0" y="2942107"/>
            <a:ext cx="9115605" cy="2179803"/>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chor="ctr"/>
          <a:lstStyle xmlns:a="http://schemas.openxmlformats.org/drawingml/2006/main"/>
          <a:p xmlns:a="http://schemas.openxmlformats.org/drawingml/2006/main">
            <a:pPr marL="1789430" indent="-1789430" algn="ctr">
              <a:lnSpc>
                <a:spcPct val="135000"/>
              </a:lnSpc>
              <a:spcBef>
                <a:spcPts val="125"/>
              </a:spcBef>
              <a:spcAft>
                <a:spcPts val="0"/>
              </a:spcAft>
              <a:buFont typeface="Arial"/>
              <a:buNone/>
              <a:tabLst>
                <a:tab pos="1788795" algn="l"/>
              </a:tabLst>
            </a:pPr>
            <a:r>
              <a:t/>
            </a:r>
            <a:endParaRPr sz="2400" b="1">
              <a:effectLst>
                <a:outerShdw blurRad="38100" dist="19050" dir="2700000" algn="tl" rotWithShape="0">
                  <a:schemeClr val="dk1">
                    <a:alpha val="40000"/>
                  </a:schemeClr>
                </a:outerShdw>
              </a:effectLst>
              <a:latin typeface="微软雅黑"/>
              <a:ea typeface="微软雅黑"/>
              <a:cs typeface="微软雅黑"/>
            </a:endParaRPr>
          </a:p>
          <a:p xmlns:a="http://schemas.openxmlformats.org/drawingml/2006/main">
            <a:pPr marL="1789430" indent="-1789430" algn="ctr">
              <a:lnSpc>
                <a:spcPct val="135000"/>
              </a:lnSpc>
              <a:spcBef>
                <a:spcPts val="125"/>
              </a:spcBef>
              <a:spcAft>
                <a:spcPts val="0"/>
              </a:spcAft>
              <a:buFont typeface="Arial"/>
              <a:buNone/>
              <a:tabLst>
                <a:tab pos="1788795" algn="l"/>
              </a:tabLst>
            </a:pPr>
            <a:r>
              <a:rPr sz="2400" b="1">
                <a:effectLst>
                  <a:outerShdw blurRad="38100" dist="19050" dir="2700000" algn="tl" rotWithShape="0">
                    <a:schemeClr val="dk1">
                      <a:alpha val="40000"/>
                    </a:schemeClr>
                  </a:outerShdw>
                </a:effectLst>
                <a:latin typeface="微软雅黑"/>
                <a:ea typeface="微软雅黑"/>
                <a:cs typeface="微软雅黑"/>
              </a:rPr>
              <a:t>华东分部生技部、武汉南瑞</a:t>
            </a:r>
            <a:endParaRPr sz="2400" b="1">
              <a:effectLst>
                <a:outerShdw blurRad="38100" dist="19050" dir="2700000" algn="tl" rotWithShape="0">
                  <a:schemeClr val="dk1">
                    <a:alpha val="40000"/>
                  </a:schemeClr>
                </a:outerShdw>
              </a:effectLst>
              <a:latin typeface="微软雅黑"/>
              <a:ea typeface="微软雅黑"/>
              <a:cs typeface="微软雅黑"/>
            </a:endParaRPr>
          </a:p>
          <a:p xmlns:a="http://schemas.openxmlformats.org/drawingml/2006/main">
            <a:pPr marL="1789430" indent="-1789430" algn="ctr">
              <a:lnSpc>
                <a:spcPct val="135000"/>
              </a:lnSpc>
              <a:spcBef>
                <a:spcPts val="125"/>
              </a:spcBef>
              <a:spcAft>
                <a:spcPts val="0"/>
              </a:spcAft>
              <a:buFont typeface="Arial"/>
              <a:buNone/>
              <a:tabLst>
                <a:tab pos="1788795" algn="l"/>
              </a:tabLst>
            </a:pPr>
            <a:r>
              <a:rPr sz="2400" b="1">
                <a:latin typeface="微软雅黑"/>
                <a:ea typeface="微软雅黑"/>
                <a:cs typeface="微软雅黑"/>
              </a:rPr>
              <a:t>2026年8月</a:t>
            </a:r>
            <a:endParaRPr sz="2400">
              <a:solidFill>
                <a:schemeClr val="tx1"/>
              </a:solidFill>
              <a:latin typeface="微软雅黑"/>
              <a:ea typeface="微软雅黑"/>
              <a:cs typeface="微软雅黑"/>
            </a:endParaRPr>
          </a:p>
        </p:txBody>
      </p:sp>
      <p:pic>
        <p:nvPicPr>
          <p:cNvPr id="14" name="图片 1"/>
          <p:cNvPicPr>
            <a:picLocks xmlns:a="http://schemas.openxmlformats.org/drawingml/2006/main" noChangeAspect="1"/>
          </p:cNvPicPr>
          <p:nvPr/>
        </p:nvPicPr>
        <p:blipFill>
          <a:blip xmlns:r="http://schemas.openxmlformats.org/officeDocument/2006/relationships" xmlns:a="http://schemas.openxmlformats.org/drawingml/2006/main" r:embed="R60f4b7e38fda4789"/>
          <a:stretch xmlns:a="http://schemas.openxmlformats.org/drawingml/2006/main">
            <a:fillRect l="0" t="0" r="0" b="0"/>
          </a:stretch>
        </p:blipFill>
        <p:spPr>
          <a:xfrm xmlns:a="http://schemas.openxmlformats.org/drawingml/2006/main">
            <a:off x="6598" y="987574"/>
            <a:ext cx="9115129" cy="2520280"/>
          </a:xfrm>
          <a:prstGeom xmlns:a="http://schemas.openxmlformats.org/drawingml/2006/main" prst="rect">
            <a:avLst/>
          </a:prstGeom>
          <a:ln xmlns:a="http://schemas.openxmlformats.org/drawingml/2006/main" w="9525">
            <a:noFill/>
          </a:ln>
        </p:spPr>
      </p:pic>
      <p:sp>
        <p:nvSpPr>
          <p:cNvPr id="10" name="TextBox 6">
            <a:extLst xmlns:a="http://schemas.openxmlformats.org/drawingml/2006/main">
              <a:ext uri="{FF2B5EF4-FFF2-40B4-BE49-F238E27FC236}">
                <a16:creationId xmlns:a16="http://schemas.microsoft.com/office/drawing/2014/main" id="{7999B32B-46BB-4232-A8B4-756837FBEEB7}"/>
              </a:ext>
            </a:extLst>
          </p:cNvPr>
          <p:cNvSpPr>
            <a:spLocks xmlns:a="http://schemas.openxmlformats.org/drawingml/2006/main" noGrp="1"/>
          </p:cNvSpPr>
          <p:nvPr/>
        </p:nvSpPr>
        <p:spPr>
          <a:xfrm xmlns:a="http://schemas.openxmlformats.org/drawingml/2006/main">
            <a:off x="14197" y="1249290"/>
            <a:ext cx="9115605" cy="20612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200" b="1">
                <a:solidFill>
                  <a:schemeClr val="bg1"/>
                </a:solidFill>
                <a:latin typeface="微软雅黑"/>
                <a:ea typeface="微软雅黑"/>
                <a:cs typeface="微软雅黑"/>
              </a:rPr>
              <a:t>2026年国网华东分部基于多模态数据分析的电网安全智能管控关键技术研究</a:t>
            </a:r>
            <a:endParaRPr sz="3200" b="1">
              <a:solidFill>
                <a:schemeClr val="bg1"/>
              </a:solidFill>
              <a:latin typeface="微软雅黑"/>
              <a:ea typeface="微软雅黑"/>
              <a:cs typeface="微软雅黑"/>
            </a:endParaRPr>
          </a:p>
          <a:p xmlns:a="http://schemas.openxmlformats.org/drawingml/2006/main">
            <a:pPr algn="ctr">
              <a:buNone/>
            </a:pPr>
            <a:r>
              <a:t/>
            </a:r>
            <a:endParaRPr sz="3200" b="1">
              <a:solidFill>
                <a:schemeClr val="bg1"/>
              </a:solidFill>
              <a:latin typeface="微软雅黑"/>
              <a:ea typeface="微软雅黑"/>
              <a:cs typeface="微软雅黑"/>
            </a:endParaRPr>
          </a:p>
          <a:p xmlns:a="http://schemas.openxmlformats.org/drawingml/2006/main">
            <a:pPr algn="ctr">
              <a:buNone/>
            </a:pPr>
            <a:r>
              <a:rPr sz="3200" b="1">
                <a:solidFill>
                  <a:schemeClr val="bg1"/>
                </a:solidFill>
                <a:latin typeface="微软雅黑"/>
                <a:ea typeface="微软雅黑"/>
                <a:cs typeface="微软雅黑"/>
              </a:rPr>
              <a:t>项目阶段性进展汇报</a:t>
            </a:r>
            <a:endParaRPr sz="3200" b="1">
              <a:solidFill>
                <a:schemeClr val="bg1"/>
              </a:solidFill>
              <a:latin typeface="微软雅黑"/>
              <a:ea typeface="微软雅黑"/>
              <a:cs typeface="微软雅黑"/>
            </a:endParaRPr>
          </a:p>
        </p:txBody>
      </p:sp>
      <p:pic>
        <p:nvPicPr>
          <p:cNvPr id="16" name="Picture 2"/>
          <p:cNvPicPr>
            <a:picLocks xmlns:a="http://schemas.openxmlformats.org/drawingml/2006/main" noChangeAspect="1"/>
          </p:cNvPicPr>
          <p:nvPr/>
        </p:nvPicPr>
        <p:blipFill>
          <a:blip xmlns:r="http://schemas.openxmlformats.org/officeDocument/2006/relationships" xmlns:a="http://schemas.openxmlformats.org/drawingml/2006/main" r:embed="R2d9d631af7544894"/>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58621094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矩形 8">
            <a:extLst xmlns:a="http://schemas.openxmlformats.org/drawingml/2006/main">
              <a:ext uri="{FF2B5EF4-FFF2-40B4-BE49-F238E27FC236}">
                <a16:creationId xmlns:a16="http://schemas.microsoft.com/office/drawing/2014/main" id="{A5BDDCD9-5BE1-4D91-A6B6-26535DD4E978}"/>
              </a:ext>
            </a:extLst>
          </p:cNvPr>
          <p:cNvSpPr>
            <a:spLocks xmlns:a="http://schemas.openxmlformats.org/drawingml/2006/main" noGrp="1"/>
          </p:cNvSpPr>
          <p:nvPr/>
        </p:nvSpPr>
        <p:spPr>
          <a:xfrm xmlns:a="http://schemas.openxmlformats.org/drawingml/2006/main" rot="0" flipH="0" flipV="0">
            <a:off x="275590" y="699542"/>
            <a:ext cx="2174755" cy="4334349"/>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latin typeface="微软雅黑"/>
              <a:ea typeface="微软雅黑"/>
              <a:cs typeface="微软雅黑"/>
            </a:endParaRPr>
          </a:p>
        </p:txBody>
      </p:sp>
      <p:sp>
        <p:nvSpPr>
          <p:cNvPr id="14" name="文本框 13">
            <a:extLst xmlns:a="http://schemas.openxmlformats.org/drawingml/2006/main">
              <a:ext uri="{FF2B5EF4-FFF2-40B4-BE49-F238E27FC236}">
                <a16:creationId xmlns:a16="http://schemas.microsoft.com/office/drawing/2014/main" id="{80C32921-32B3-4659-B203-2ECAB0ECDD53}"/>
              </a:ext>
            </a:extLst>
          </p:cNvPr>
          <p:cNvSpPr>
            <a:spLocks xmlns:a="http://schemas.openxmlformats.org/drawingml/2006/main" noGrp="1"/>
          </p:cNvSpPr>
          <p:nvPr/>
        </p:nvSpPr>
        <p:spPr>
          <a:xfrm xmlns:a="http://schemas.openxmlformats.org/drawingml/2006/main" rot="0" flipH="0" flipV="0">
            <a:off x="275590" y="2140213"/>
            <a:ext cx="2183260" cy="4601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bg1"/>
                </a:solidFill>
                <a:latin typeface="微软雅黑"/>
                <a:ea typeface="微软雅黑"/>
                <a:cs typeface="微软雅黑"/>
              </a:rPr>
              <a:t>CONTENTS</a:t>
            </a:r>
            <a:endParaRPr sz="2400">
              <a:solidFill>
                <a:schemeClr val="bg1"/>
              </a:solidFill>
              <a:latin typeface="微软雅黑"/>
              <a:ea typeface="微软雅黑"/>
              <a:cs typeface="微软雅黑"/>
            </a:endParaRPr>
          </a:p>
        </p:txBody>
      </p:sp>
      <p:sp>
        <p:nvSpPr>
          <p:cNvPr id="15" name="文本框 14">
            <a:extLst xmlns:a="http://schemas.openxmlformats.org/drawingml/2006/main">
              <a:ext uri="{FF2B5EF4-FFF2-40B4-BE49-F238E27FC236}">
                <a16:creationId xmlns:a16="http://schemas.microsoft.com/office/drawing/2014/main" id="{72865AC7-6CB7-4CD5-9AB9-309D2F08325D}"/>
              </a:ext>
            </a:extLst>
          </p:cNvPr>
          <p:cNvSpPr>
            <a:spLocks xmlns:a="http://schemas.openxmlformats.org/drawingml/2006/main" noGrp="1"/>
          </p:cNvSpPr>
          <p:nvPr/>
        </p:nvSpPr>
        <p:spPr>
          <a:xfrm xmlns:a="http://schemas.openxmlformats.org/drawingml/2006/main" rot="0" flipH="0" flipV="0">
            <a:off x="557457" y="2543022"/>
            <a:ext cx="940369" cy="4601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bg1"/>
                </a:solidFill>
                <a:latin typeface="微软雅黑"/>
                <a:ea typeface="微软雅黑"/>
                <a:cs typeface="微软雅黑"/>
              </a:rPr>
              <a:t>目 录</a:t>
            </a:r>
            <a:endParaRPr sz="2400" b="1">
              <a:solidFill>
                <a:schemeClr val="bg1"/>
              </a:solidFill>
              <a:latin typeface="微软雅黑"/>
              <a:ea typeface="微软雅黑"/>
              <a:cs typeface="微软雅黑"/>
            </a:endParaRPr>
          </a:p>
        </p:txBody>
      </p:sp>
      <p:sp>
        <p:nvSpPr>
          <p:cNvPr id="18" name="矩形 17">
            <a:extLst xmlns:a="http://schemas.openxmlformats.org/drawingml/2006/main">
              <a:ext uri="{FF2B5EF4-FFF2-40B4-BE49-F238E27FC236}">
                <a16:creationId xmlns:a16="http://schemas.microsoft.com/office/drawing/2014/main" id="{7FA19F9E-97B3-4CBD-8E97-BA09568DAA0C}"/>
              </a:ext>
            </a:extLst>
          </p:cNvPr>
          <p:cNvSpPr>
            <a:spLocks xmlns:a="http://schemas.openxmlformats.org/drawingml/2006/main" noGrp="1"/>
          </p:cNvSpPr>
          <p:nvPr/>
        </p:nvSpPr>
        <p:spPr>
          <a:xfrm xmlns:a="http://schemas.openxmlformats.org/drawingml/2006/main" rot="0" flipH="0" flipV="1">
            <a:off x="725727" y="3129803"/>
            <a:ext cx="335932" cy="34327"/>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400">
              <a:latin typeface="微软雅黑"/>
              <a:ea typeface="微软雅黑"/>
              <a:cs typeface="微软雅黑"/>
            </a:endParaRPr>
          </a:p>
        </p:txBody>
      </p:sp>
      <p:sp>
        <p:nvSpPr>
          <p:cNvPr id="48" name="文本框 47">
            <a:extLst xmlns:a="http://schemas.openxmlformats.org/drawingml/2006/main">
              <a:ext uri="{FF2B5EF4-FFF2-40B4-BE49-F238E27FC236}">
                <a16:creationId xmlns:a16="http://schemas.microsoft.com/office/drawing/2014/main" id="{0E946C27-CF25-46F6-AE1A-73EEFEA2035E}"/>
              </a:ext>
            </a:extLst>
          </p:cNvPr>
          <p:cNvSpPr>
            <a:spLocks xmlns:a="http://schemas.openxmlformats.org/drawingml/2006/main" noGrp="1"/>
          </p:cNvSpPr>
          <p:nvPr/>
        </p:nvSpPr>
        <p:spPr>
          <a:xfrm xmlns:a="http://schemas.openxmlformats.org/drawingml/2006/main" rot="0" flipH="0" flipV="0">
            <a:off x="275590" y="2141286"/>
            <a:ext cx="2183260" cy="4601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bg1"/>
                </a:solidFill>
                <a:latin typeface="微软雅黑"/>
                <a:ea typeface="微软雅黑"/>
                <a:cs typeface="微软雅黑"/>
              </a:rPr>
              <a:t>CONTENTS</a:t>
            </a:r>
            <a:endParaRPr sz="2400">
              <a:solidFill>
                <a:schemeClr val="bg1"/>
              </a:solidFill>
              <a:latin typeface="微软雅黑"/>
              <a:ea typeface="微软雅黑"/>
              <a:cs typeface="微软雅黑"/>
            </a:endParaRPr>
          </a:p>
        </p:txBody>
      </p:sp>
      <p:sp>
        <p:nvSpPr>
          <p:cNvPr id="20" name="矩形 19">
            <a:extLst xmlns:a="http://schemas.openxmlformats.org/drawingml/2006/main">
              <a:ext uri="{FF2B5EF4-FFF2-40B4-BE49-F238E27FC236}">
                <a16:creationId xmlns:a16="http://schemas.microsoft.com/office/drawing/2014/main" id="{8BD450B8-CFE2-4DAC-BAFB-EDF77E657D13}"/>
              </a:ext>
            </a:extLst>
          </p:cNvPr>
          <p:cNvSpPr>
            <a:spLocks xmlns:a="http://schemas.openxmlformats.org/drawingml/2006/main" noGrp="1"/>
          </p:cNvSpPr>
          <p:nvPr/>
        </p:nvSpPr>
        <p:spPr>
          <a:xfrm xmlns:a="http://schemas.openxmlformats.org/drawingml/2006/main" rot="0" flipH="0" flipV="0">
            <a:off x="8744278" y="982557"/>
            <a:ext cx="72697" cy="1858953"/>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latin typeface="微软雅黑"/>
              <a:ea typeface="微软雅黑"/>
              <a:cs typeface="微软雅黑"/>
            </a:endParaRPr>
          </a:p>
        </p:txBody>
      </p:sp>
      <p:sp>
        <p:nvSpPr>
          <p:cNvPr id="36" name="矩形 35">
            <a:extLst xmlns:a="http://schemas.openxmlformats.org/drawingml/2006/main">
              <a:ext uri="{FF2B5EF4-FFF2-40B4-BE49-F238E27FC236}">
                <a16:creationId xmlns:a16="http://schemas.microsoft.com/office/drawing/2014/main" id="{D43E248E-EE6D-4A24-844A-31810D0C7026}"/>
              </a:ext>
            </a:extLst>
          </p:cNvPr>
          <p:cNvSpPr>
            <a:spLocks xmlns:a="http://schemas.openxmlformats.org/drawingml/2006/main" noGrp="1"/>
          </p:cNvSpPr>
          <p:nvPr/>
        </p:nvSpPr>
        <p:spPr>
          <a:xfrm xmlns:a="http://schemas.openxmlformats.org/drawingml/2006/main" rot="0" flipH="0" flipV="0">
            <a:off x="8744278" y="2799006"/>
            <a:ext cx="72697" cy="1858953"/>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latin typeface="微软雅黑"/>
              <a:ea typeface="微软雅黑"/>
              <a:cs typeface="微软雅黑"/>
            </a:endParaRPr>
          </a:p>
        </p:txBody>
      </p:sp>
      <p:sp>
        <p:nvSpPr>
          <p:cNvPr id="10" name="矩形 32">
            <a:extLst xmlns:a="http://schemas.openxmlformats.org/drawingml/2006/main">
              <a:ext uri="{FF2B5EF4-FFF2-40B4-BE49-F238E27FC236}">
                <a16:creationId xmlns:a16="http://schemas.microsoft.com/office/drawing/2014/main" id="{81ECD3FD-B857-4B7A-9AC7-39BAEF5B6ADC}"/>
              </a:ext>
            </a:extLst>
          </p:cNvPr>
          <p:cNvSpPr>
            <a:spLocks xmlns:a="http://schemas.openxmlformats.org/drawingml/2006/main" noGrp="1"/>
          </p:cNvSpPr>
          <p:nvPr/>
        </p:nvSpPr>
        <p:spPr>
          <a:xfrm xmlns:a="http://schemas.openxmlformats.org/drawingml/2006/main" rot="0" flipH="0" flipV="0">
            <a:off x="3337835" y="1684153"/>
            <a:ext cx="479937" cy="591522"/>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algn="ctr" defTabSz="685165">
              <a:buNone/>
            </a:pPr>
            <a:r>
              <a:rPr sz="2400" b="1">
                <a:solidFill>
                  <a:prstClr val="white"/>
                </a:solidFill>
                <a:latin typeface="微软雅黑"/>
                <a:ea typeface="微软雅黑"/>
                <a:cs typeface="微软雅黑"/>
              </a:rPr>
              <a:t>一</a:t>
            </a:r>
            <a:endParaRPr sz="2400" b="1">
              <a:solidFill>
                <a:prstClr val="white"/>
              </a:solidFill>
              <a:latin typeface="微软雅黑"/>
              <a:ea typeface="微软雅黑"/>
              <a:cs typeface="微软雅黑"/>
            </a:endParaRPr>
          </a:p>
        </p:txBody>
      </p:sp>
      <p:sp>
        <p:nvSpPr>
          <p:cNvPr id="11" name="矩形 13">
            <a:extLst xmlns:a="http://schemas.openxmlformats.org/drawingml/2006/main">
              <a:ext uri="{FF2B5EF4-FFF2-40B4-BE49-F238E27FC236}">
                <a16:creationId xmlns:a16="http://schemas.microsoft.com/office/drawing/2014/main" id="{CB445A8A-EE66-4409-B239-39171D04A9A9}"/>
              </a:ext>
            </a:extLst>
          </p:cNvPr>
          <p:cNvSpPr>
            <a:spLocks xmlns:a="http://schemas.openxmlformats.org/drawingml/2006/main" noGrp="1"/>
          </p:cNvSpPr>
          <p:nvPr/>
        </p:nvSpPr>
        <p:spPr>
          <a:xfrm xmlns:a="http://schemas.openxmlformats.org/drawingml/2006/main" rot="0" flipH="0" flipV="0">
            <a:off x="4129971" y="1679101"/>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l" defTabSz="913765">
              <a:buClrTx/>
              <a:buSzTx/>
              <a:buFontTx/>
              <a:buNone/>
            </a:pPr>
            <a:r>
              <a:rPr sz="2400" b="1">
                <a:solidFill>
                  <a:schemeClr val="tx1"/>
                </a:solidFill>
                <a:latin typeface="微软雅黑"/>
                <a:ea typeface="微软雅黑"/>
                <a:cs typeface="微软雅黑"/>
              </a:rPr>
              <a:t>必要性分析</a:t>
            </a:r>
            <a:endParaRPr sz="2400" b="1">
              <a:solidFill>
                <a:schemeClr val="tx1"/>
              </a:solidFill>
              <a:latin typeface="微软雅黑"/>
              <a:ea typeface="微软雅黑"/>
              <a:cs typeface="微软雅黑"/>
            </a:endParaRPr>
          </a:p>
        </p:txBody>
      </p:sp>
      <p:sp>
        <p:nvSpPr>
          <p:cNvPr id="12" name="矩形 32">
            <a:extLst xmlns:a="http://schemas.openxmlformats.org/drawingml/2006/main">
              <a:ext uri="{FF2B5EF4-FFF2-40B4-BE49-F238E27FC236}">
                <a16:creationId xmlns:a16="http://schemas.microsoft.com/office/drawing/2014/main" id="{B40658F6-9F7C-48BE-92B1-D31BF3AA47B4}"/>
              </a:ext>
            </a:extLst>
          </p:cNvPr>
          <p:cNvSpPr>
            <a:spLocks xmlns:a="http://schemas.openxmlformats.org/drawingml/2006/main" noGrp="1"/>
          </p:cNvSpPr>
          <p:nvPr/>
        </p:nvSpPr>
        <p:spPr>
          <a:xfrm xmlns:a="http://schemas.openxmlformats.org/drawingml/2006/main" rot="0" flipH="0" flipV="0">
            <a:off x="3337836" y="3389264"/>
            <a:ext cx="479937" cy="598400"/>
          </a:xfrm>
          <a:prstGeom xmlns:a="http://schemas.openxmlformats.org/drawingml/2006/main" prst="rect">
            <a:avLst/>
          </a:prstGeom>
          <a:solidFill xmlns:a="http://schemas.openxmlformats.org/drawingml/2006/main">
            <a:srgbClr val="24316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ctr" defTabSz="685165">
              <a:buClrTx/>
              <a:buSzTx/>
              <a:buFontTx/>
              <a:buNone/>
            </a:pPr>
            <a:r>
              <a:rPr sz="2400" b="1">
                <a:solidFill>
                  <a:prstClr val="white"/>
                </a:solidFill>
                <a:latin typeface="微软雅黑"/>
                <a:ea typeface="微软雅黑"/>
                <a:cs typeface="微软雅黑"/>
              </a:rPr>
              <a:t>三</a:t>
            </a:r>
            <a:endParaRPr sz="2400" b="1">
              <a:solidFill>
                <a:prstClr val="white"/>
              </a:solidFill>
              <a:latin typeface="微软雅黑"/>
              <a:ea typeface="微软雅黑"/>
              <a:cs typeface="微软雅黑"/>
            </a:endParaRPr>
          </a:p>
        </p:txBody>
      </p:sp>
      <p:sp>
        <p:nvSpPr>
          <p:cNvPr id="13" name="矩形 13">
            <a:extLst xmlns:a="http://schemas.openxmlformats.org/drawingml/2006/main">
              <a:ext uri="{FF2B5EF4-FFF2-40B4-BE49-F238E27FC236}">
                <a16:creationId xmlns:a16="http://schemas.microsoft.com/office/drawing/2014/main" id="{45298378-8082-4203-9204-1F877D1552D7}"/>
              </a:ext>
            </a:extLst>
          </p:cNvPr>
          <p:cNvSpPr>
            <a:spLocks xmlns:a="http://schemas.openxmlformats.org/drawingml/2006/main" noGrp="1"/>
          </p:cNvSpPr>
          <p:nvPr/>
        </p:nvSpPr>
        <p:spPr>
          <a:xfrm xmlns:a="http://schemas.openxmlformats.org/drawingml/2006/main" rot="0" flipH="0" flipV="0">
            <a:off x="4129971" y="3387387"/>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defTabSz="913765">
              <a:buNone/>
            </a:pPr>
            <a:r>
              <a:rPr sz="2400" b="1">
                <a:solidFill>
                  <a:prstClr val="white"/>
                </a:solidFill>
                <a:latin typeface="微软雅黑"/>
                <a:ea typeface="微软雅黑"/>
                <a:cs typeface="微软雅黑"/>
              </a:rPr>
              <a:t>拟解决问题</a:t>
            </a:r>
            <a:endParaRPr sz="2400" b="1">
              <a:solidFill>
                <a:prstClr val="white"/>
              </a:solidFill>
              <a:latin typeface="微软雅黑"/>
              <a:ea typeface="微软雅黑"/>
              <a:cs typeface="微软雅黑"/>
            </a:endParaRPr>
          </a:p>
        </p:txBody>
      </p:sp>
      <p:sp>
        <p:nvSpPr>
          <p:cNvPr id="5" name="矩形 32">
            <a:extLst xmlns:a="http://schemas.openxmlformats.org/drawingml/2006/main">
              <a:ext uri="{FF2B5EF4-FFF2-40B4-BE49-F238E27FC236}">
                <a16:creationId xmlns:a16="http://schemas.microsoft.com/office/drawing/2014/main" id="{066ED075-C822-45E9-88BE-01A7DE22F724}"/>
              </a:ext>
            </a:extLst>
          </p:cNvPr>
          <p:cNvSpPr>
            <a:spLocks xmlns:a="http://schemas.openxmlformats.org/drawingml/2006/main" noGrp="1"/>
          </p:cNvSpPr>
          <p:nvPr/>
        </p:nvSpPr>
        <p:spPr>
          <a:xfrm xmlns:a="http://schemas.openxmlformats.org/drawingml/2006/main" rot="0" flipH="0" flipV="0">
            <a:off x="3337836" y="2534495"/>
            <a:ext cx="480466" cy="550879"/>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ctr" defTabSz="685165">
              <a:buClrTx/>
              <a:buSzTx/>
              <a:buFontTx/>
              <a:buNone/>
            </a:pPr>
            <a:r>
              <a:rPr sz="2400" b="1">
                <a:solidFill>
                  <a:prstClr val="white"/>
                </a:solidFill>
                <a:latin typeface="微软雅黑"/>
                <a:ea typeface="微软雅黑"/>
                <a:cs typeface="微软雅黑"/>
              </a:rPr>
              <a:t>二</a:t>
            </a:r>
            <a:endParaRPr sz="2400" b="1">
              <a:solidFill>
                <a:prstClr val="white"/>
              </a:solidFill>
              <a:latin typeface="微软雅黑"/>
              <a:ea typeface="微软雅黑"/>
              <a:cs typeface="微软雅黑"/>
            </a:endParaRPr>
          </a:p>
        </p:txBody>
      </p:sp>
      <p:sp>
        <p:nvSpPr>
          <p:cNvPr id="6" name="矩形 13">
            <a:extLst xmlns:a="http://schemas.openxmlformats.org/drawingml/2006/main">
              <a:ext uri="{FF2B5EF4-FFF2-40B4-BE49-F238E27FC236}">
                <a16:creationId xmlns:a16="http://schemas.microsoft.com/office/drawing/2014/main" id="{AA583DEF-6D99-4DA7-B60B-9239006AF16A}"/>
              </a:ext>
            </a:extLst>
          </p:cNvPr>
          <p:cNvSpPr>
            <a:spLocks xmlns:a="http://schemas.openxmlformats.org/drawingml/2006/main" noGrp="1"/>
          </p:cNvSpPr>
          <p:nvPr/>
        </p:nvSpPr>
        <p:spPr>
          <a:xfrm xmlns:a="http://schemas.openxmlformats.org/drawingml/2006/main" rot="0" flipH="0" flipV="0">
            <a:off x="4116214" y="2533245"/>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l" defTabSz="913765">
              <a:buClrTx/>
              <a:buSzTx/>
              <a:buFontTx/>
              <a:buNone/>
            </a:pPr>
            <a:r>
              <a:rPr sz="2400" b="1">
                <a:solidFill>
                  <a:prstClr val="white"/>
                </a:solidFill>
                <a:latin typeface="微软雅黑"/>
                <a:ea typeface="微软雅黑"/>
                <a:cs typeface="微软雅黑"/>
              </a:rPr>
              <a:t>研究现状</a:t>
            </a:r>
            <a:endParaRPr sz="2400" b="1">
              <a:solidFill>
                <a:prstClr val="white"/>
              </a:solidFill>
              <a:latin typeface="微软雅黑"/>
              <a:ea typeface="微软雅黑"/>
              <a:cs typeface="微软雅黑"/>
            </a:endParaRPr>
          </a:p>
        </p:txBody>
      </p:sp>
      <p:sp>
        <p:nvSpPr>
          <p:cNvPr id="26" name="矩形 13">
            <a:extLst xmlns:a="http://schemas.openxmlformats.org/drawingml/2006/main">
              <a:ext uri="{FF2B5EF4-FFF2-40B4-BE49-F238E27FC236}">
                <a16:creationId xmlns:a16="http://schemas.microsoft.com/office/drawing/2014/main" id="{12870F7B-5921-4B11-9F22-DA90D0AE80EB}"/>
              </a:ext>
            </a:extLst>
          </p:cNvPr>
          <p:cNvSpPr>
            <a:spLocks xmlns:a="http://schemas.openxmlformats.org/drawingml/2006/main" noGrp="1"/>
          </p:cNvSpPr>
          <p:nvPr/>
        </p:nvSpPr>
        <p:spPr>
          <a:xfrm xmlns:a="http://schemas.openxmlformats.org/drawingml/2006/main" rot="0" flipH="0" flipV="0">
            <a:off x="4130500" y="3388013"/>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defTabSz="913765">
              <a:buNone/>
            </a:pPr>
            <a:r>
              <a:rPr sz="2400" b="1">
                <a:solidFill>
                  <a:schemeClr val="tx1"/>
                </a:solidFill>
                <a:latin typeface="微软雅黑"/>
                <a:ea typeface="微软雅黑"/>
                <a:cs typeface="微软雅黑"/>
              </a:rPr>
              <a:t>拟解决问题</a:t>
            </a:r>
            <a:endParaRPr sz="2400" b="1">
              <a:solidFill>
                <a:schemeClr val="tx1"/>
              </a:solidFill>
              <a:latin typeface="微软雅黑"/>
              <a:ea typeface="微软雅黑"/>
              <a:cs typeface="微软雅黑"/>
            </a:endParaRPr>
          </a:p>
        </p:txBody>
      </p:sp>
      <p:sp>
        <p:nvSpPr>
          <p:cNvPr id="28" name="矩形 13">
            <a:extLst xmlns:a="http://schemas.openxmlformats.org/drawingml/2006/main">
              <a:ext uri="{FF2B5EF4-FFF2-40B4-BE49-F238E27FC236}">
                <a16:creationId xmlns:a16="http://schemas.microsoft.com/office/drawing/2014/main" id="{7C00F6E7-3332-45BB-8CF1-42A6BE449DDA}"/>
              </a:ext>
            </a:extLst>
          </p:cNvPr>
          <p:cNvSpPr>
            <a:spLocks xmlns:a="http://schemas.openxmlformats.org/drawingml/2006/main" noGrp="1"/>
          </p:cNvSpPr>
          <p:nvPr/>
        </p:nvSpPr>
        <p:spPr>
          <a:xfrm xmlns:a="http://schemas.openxmlformats.org/drawingml/2006/main" rot="0" flipH="0" flipV="0">
            <a:off x="4129971" y="2532620"/>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l" defTabSz="913765">
              <a:buClrTx/>
              <a:buSzTx/>
              <a:buFontTx/>
              <a:buNone/>
            </a:pPr>
            <a:r>
              <a:rPr sz="2400" b="1">
                <a:solidFill>
                  <a:schemeClr val="tx1"/>
                </a:solidFill>
                <a:latin typeface="微软雅黑"/>
                <a:ea typeface="微软雅黑"/>
                <a:cs typeface="微软雅黑"/>
              </a:rPr>
              <a:t>研究现状</a:t>
            </a:r>
            <a:endParaRPr sz="2400" b="1">
              <a:solidFill>
                <a:schemeClr val="tx1"/>
              </a:solidFill>
              <a:latin typeface="微软雅黑"/>
              <a:ea typeface="微软雅黑"/>
              <a:cs typeface="微软雅黑"/>
            </a:endParaRPr>
          </a:p>
        </p:txBody>
      </p:sp>
      <p:sp>
        <p:nvSpPr>
          <p:cNvPr id="3" name="矩形 13">
            <a:extLst xmlns:a="http://schemas.openxmlformats.org/drawingml/2006/main">
              <a:ext uri="{FF2B5EF4-FFF2-40B4-BE49-F238E27FC236}">
                <a16:creationId xmlns:a16="http://schemas.microsoft.com/office/drawing/2014/main" id="{3B24CE48-5E56-4724-83F2-0B950A65A091}"/>
              </a:ext>
            </a:extLst>
          </p:cNvPr>
          <p:cNvSpPr>
            <a:spLocks xmlns:a="http://schemas.openxmlformats.org/drawingml/2006/main" noGrp="1"/>
          </p:cNvSpPr>
          <p:nvPr/>
        </p:nvSpPr>
        <p:spPr>
          <a:xfrm xmlns:a="http://schemas.openxmlformats.org/drawingml/2006/main" rot="0" flipH="0" flipV="0">
            <a:off x="4126937" y="1713619"/>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l" defTabSz="913765">
              <a:buClrTx/>
              <a:buSzTx/>
              <a:buFontTx/>
              <a:buNone/>
            </a:pPr>
            <a:r>
              <a:rPr sz="2800" b="1">
                <a:solidFill>
                  <a:schemeClr val="bg1"/>
                </a:solidFill>
                <a:latin typeface="微软雅黑"/>
                <a:ea typeface="微软雅黑"/>
                <a:cs typeface="微软雅黑"/>
              </a:rPr>
              <a:t>必要性分析</a:t>
            </a:r>
            <a:endParaRPr sz="2800" b="1">
              <a:solidFill>
                <a:schemeClr val="bg1"/>
              </a:solidFill>
              <a:latin typeface="微软雅黑"/>
              <a:ea typeface="微软雅黑"/>
              <a:cs typeface="微软雅黑"/>
            </a:endParaRPr>
          </a:p>
        </p:txBody>
      </p:sp>
      <p:sp>
        <p:nvSpPr>
          <p:cNvPr id="4" name="矩形 13">
            <a:extLst xmlns:a="http://schemas.openxmlformats.org/drawingml/2006/main">
              <a:ext uri="{FF2B5EF4-FFF2-40B4-BE49-F238E27FC236}">
                <a16:creationId xmlns:a16="http://schemas.microsoft.com/office/drawing/2014/main" id="{FA47D004-7509-4557-9938-58CE8D4E5CCA}"/>
              </a:ext>
            </a:extLst>
          </p:cNvPr>
          <p:cNvSpPr>
            <a:spLocks xmlns:a="http://schemas.openxmlformats.org/drawingml/2006/main" noGrp="1"/>
          </p:cNvSpPr>
          <p:nvPr/>
        </p:nvSpPr>
        <p:spPr>
          <a:xfrm xmlns:a="http://schemas.openxmlformats.org/drawingml/2006/main" rot="0" flipH="0" flipV="0">
            <a:off x="4144788" y="3388639"/>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defTabSz="913765">
              <a:buNone/>
            </a:pPr>
            <a:r>
              <a:rPr sz="2800">
                <a:solidFill>
                  <a:prstClr val="white"/>
                </a:solidFill>
                <a:latin typeface="微软雅黑"/>
                <a:ea typeface="微软雅黑"/>
                <a:cs typeface="微软雅黑"/>
              </a:rPr>
              <a:t>计划与验证</a:t>
            </a:r>
            <a:endParaRPr sz="2800">
              <a:solidFill>
                <a:schemeClr val="tx1"/>
              </a:solidFill>
              <a:latin typeface="微软雅黑"/>
              <a:ea typeface="微软雅黑"/>
              <a:cs typeface="微软雅黑"/>
            </a:endParaRPr>
          </a:p>
        </p:txBody>
      </p:sp>
      <p:sp>
        <p:nvSpPr>
          <p:cNvPr id="32" name="矩形 13">
            <a:extLst xmlns:a="http://schemas.openxmlformats.org/drawingml/2006/main">
              <a:ext uri="{FF2B5EF4-FFF2-40B4-BE49-F238E27FC236}">
                <a16:creationId xmlns:a16="http://schemas.microsoft.com/office/drawing/2014/main" id="{4AB76846-5BA0-4757-A2E4-C4C639ADCECC}"/>
              </a:ext>
            </a:extLst>
          </p:cNvPr>
          <p:cNvSpPr>
            <a:spLocks xmlns:a="http://schemas.openxmlformats.org/drawingml/2006/main" noGrp="1"/>
          </p:cNvSpPr>
          <p:nvPr/>
        </p:nvSpPr>
        <p:spPr>
          <a:xfrm xmlns:a="http://schemas.openxmlformats.org/drawingml/2006/main" rot="0" flipH="0" flipV="0">
            <a:off x="4144258" y="2533245"/>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l" defTabSz="913765">
              <a:buClrTx/>
              <a:buSzTx/>
              <a:buFontTx/>
              <a:buNone/>
            </a:pPr>
            <a:r>
              <a:rPr sz="2800">
                <a:solidFill>
                  <a:prstClr val="white"/>
                </a:solidFill>
                <a:latin typeface="微软雅黑"/>
                <a:ea typeface="微软雅黑"/>
                <a:cs typeface="微软雅黑"/>
              </a:rPr>
              <a:t>技术与成果</a:t>
            </a:r>
            <a:endParaRPr sz="2800">
              <a:solidFill>
                <a:prstClr val="white"/>
              </a:solidFill>
              <a:latin typeface="微软雅黑"/>
              <a:ea typeface="微软雅黑"/>
              <a:cs typeface="微软雅黑"/>
            </a:endParaRPr>
          </a:p>
        </p:txBody>
      </p:sp>
      <p:sp>
        <p:nvSpPr>
          <p:cNvPr id="34" name="矩形 32">
            <a:extLst xmlns:a="http://schemas.openxmlformats.org/drawingml/2006/main">
              <a:ext uri="{FF2B5EF4-FFF2-40B4-BE49-F238E27FC236}">
                <a16:creationId xmlns:a16="http://schemas.microsoft.com/office/drawing/2014/main" id="{41FDDD4A-C38E-4A64-AFE8-DFFEC0D32C6F}"/>
              </a:ext>
            </a:extLst>
          </p:cNvPr>
          <p:cNvSpPr>
            <a:spLocks xmlns:a="http://schemas.openxmlformats.org/drawingml/2006/main" noGrp="1"/>
          </p:cNvSpPr>
          <p:nvPr/>
        </p:nvSpPr>
        <p:spPr>
          <a:xfrm xmlns:a="http://schemas.openxmlformats.org/drawingml/2006/main" rot="0" flipH="0" flipV="0">
            <a:off x="3337836" y="3388639"/>
            <a:ext cx="479937" cy="598400"/>
          </a:xfrm>
          <a:prstGeom xmlns:a="http://schemas.openxmlformats.org/drawingml/2006/main" prst="rect">
            <a:avLst/>
          </a:prstGeom>
          <a:solidFill xmlns:a="http://schemas.openxmlformats.org/drawingml/2006/main">
            <a:srgbClr val="24316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ctr" defTabSz="685165">
              <a:buClrTx/>
              <a:buSzTx/>
              <a:buFontTx/>
              <a:buNone/>
            </a:pPr>
            <a:r>
              <a:rPr sz="2400" b="1">
                <a:solidFill>
                  <a:prstClr val="white"/>
                </a:solidFill>
                <a:latin typeface="微软雅黑"/>
                <a:ea typeface="微软雅黑"/>
                <a:cs typeface="微软雅黑"/>
              </a:rPr>
              <a:t>三</a:t>
            </a:r>
            <a:endParaRPr sz="2400" b="1">
              <a:solidFill>
                <a:prstClr val="white"/>
              </a:solidFill>
              <a:latin typeface="微软雅黑"/>
              <a:ea typeface="微软雅黑"/>
              <a:cs typeface="微软雅黑"/>
            </a:endParaRPr>
          </a:p>
        </p:txBody>
      </p:sp>
      <p:sp>
        <p:nvSpPr>
          <p:cNvPr id="39" name="矩形 32">
            <a:extLst xmlns:a="http://schemas.openxmlformats.org/drawingml/2006/main">
              <a:ext uri="{FF2B5EF4-FFF2-40B4-BE49-F238E27FC236}">
                <a16:creationId xmlns:a16="http://schemas.microsoft.com/office/drawing/2014/main" id="{FAE9717E-646E-4BF4-A6F1-956611995068}"/>
              </a:ext>
            </a:extLst>
          </p:cNvPr>
          <p:cNvSpPr>
            <a:spLocks xmlns:a="http://schemas.openxmlformats.org/drawingml/2006/main" noGrp="1"/>
          </p:cNvSpPr>
          <p:nvPr/>
        </p:nvSpPr>
        <p:spPr>
          <a:xfrm xmlns:a="http://schemas.openxmlformats.org/drawingml/2006/main" rot="0" flipH="0" flipV="0">
            <a:off x="3319316" y="3381761"/>
            <a:ext cx="479937" cy="598400"/>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ctr" defTabSz="685165">
              <a:buClrTx/>
              <a:buSzTx/>
              <a:buFontTx/>
              <a:buNone/>
            </a:pPr>
            <a:r>
              <a:rPr sz="2400" b="1">
                <a:solidFill>
                  <a:prstClr val="white"/>
                </a:solidFill>
                <a:latin typeface="微软雅黑"/>
                <a:ea typeface="微软雅黑"/>
                <a:cs typeface="微软雅黑"/>
              </a:rPr>
              <a:t>三</a:t>
            </a:r>
            <a:endParaRPr sz="2400" b="1">
              <a:solidFill>
                <a:prstClr val="white"/>
              </a:solidFill>
              <a:latin typeface="微软雅黑"/>
              <a:ea typeface="微软雅黑"/>
              <a:cs typeface="微软雅黑"/>
            </a:endParaRPr>
          </a:p>
        </p:txBody>
      </p:sp>
      <p:sp>
        <p:nvSpPr>
          <p:cNvPr id="43" name="矩形 32">
            <a:extLst xmlns:a="http://schemas.openxmlformats.org/drawingml/2006/main">
              <a:ext uri="{FF2B5EF4-FFF2-40B4-BE49-F238E27FC236}">
                <a16:creationId xmlns:a16="http://schemas.microsoft.com/office/drawing/2014/main" id="{DEA3CB98-BA46-4DE3-8423-5C7BDFA237D3}"/>
              </a:ext>
            </a:extLst>
          </p:cNvPr>
          <p:cNvSpPr>
            <a:spLocks xmlns:a="http://schemas.openxmlformats.org/drawingml/2006/main" noGrp="1"/>
          </p:cNvSpPr>
          <p:nvPr/>
        </p:nvSpPr>
        <p:spPr>
          <a:xfrm xmlns:a="http://schemas.openxmlformats.org/drawingml/2006/main" rot="0" flipH="0" flipV="0">
            <a:off x="3351595" y="2556380"/>
            <a:ext cx="480466" cy="550879"/>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ctr" defTabSz="685165">
              <a:buClrTx/>
              <a:buSzTx/>
              <a:buFontTx/>
              <a:buNone/>
            </a:pPr>
            <a:r>
              <a:rPr sz="2800" b="1">
                <a:solidFill>
                  <a:prstClr val="white"/>
                </a:solidFill>
                <a:latin typeface="微软雅黑"/>
                <a:ea typeface="微软雅黑"/>
                <a:cs typeface="微软雅黑"/>
              </a:rPr>
              <a:t>二</a:t>
            </a:r>
            <a:endParaRPr sz="2800" b="1">
              <a:solidFill>
                <a:prstClr val="white"/>
              </a:solidFill>
              <a:latin typeface="微软雅黑"/>
              <a:ea typeface="微软雅黑"/>
              <a:cs typeface="微软雅黑"/>
            </a:endParaRPr>
          </a:p>
        </p:txBody>
      </p:sp>
      <p:sp>
        <p:nvSpPr>
          <p:cNvPr id="44" name="矩形 32">
            <a:extLst xmlns:a="http://schemas.openxmlformats.org/drawingml/2006/main">
              <a:ext uri="{FF2B5EF4-FFF2-40B4-BE49-F238E27FC236}">
                <a16:creationId xmlns:a16="http://schemas.microsoft.com/office/drawing/2014/main" id="{93162321-73E3-4603-9318-9AD106792378}"/>
              </a:ext>
            </a:extLst>
          </p:cNvPr>
          <p:cNvSpPr>
            <a:spLocks xmlns:a="http://schemas.openxmlformats.org/drawingml/2006/main" noGrp="1"/>
          </p:cNvSpPr>
          <p:nvPr/>
        </p:nvSpPr>
        <p:spPr>
          <a:xfrm xmlns:a="http://schemas.openxmlformats.org/drawingml/2006/main" rot="0" flipH="0" flipV="0">
            <a:off x="3352122" y="1713619"/>
            <a:ext cx="479937" cy="591522"/>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algn="ctr" defTabSz="685165">
              <a:buNone/>
            </a:pPr>
            <a:r>
              <a:rPr sz="2800" b="1">
                <a:solidFill>
                  <a:prstClr val="white"/>
                </a:solidFill>
                <a:latin typeface="微软雅黑"/>
                <a:ea typeface="微软雅黑"/>
                <a:cs typeface="微软雅黑"/>
              </a:rPr>
              <a:t>一</a:t>
            </a:r>
            <a:endParaRPr sz="2800" b="1">
              <a:solidFill>
                <a:prstClr val="white"/>
              </a:solidFill>
              <a:latin typeface="微软雅黑"/>
              <a:ea typeface="微软雅黑"/>
              <a:cs typeface="微软雅黑"/>
            </a:endParaRPr>
          </a:p>
        </p:txBody>
      </p:sp>
      <p:sp>
        <p:nvSpPr>
          <p:cNvPr id="45" name="矩形 32">
            <a:extLst xmlns:a="http://schemas.openxmlformats.org/drawingml/2006/main">
              <a:ext uri="{FF2B5EF4-FFF2-40B4-BE49-F238E27FC236}">
                <a16:creationId xmlns:a16="http://schemas.microsoft.com/office/drawing/2014/main" id="{054FE54D-2475-403F-8FB1-459F095BB2FC}"/>
              </a:ext>
            </a:extLst>
          </p:cNvPr>
          <p:cNvSpPr>
            <a:spLocks xmlns:a="http://schemas.openxmlformats.org/drawingml/2006/main" noGrp="1"/>
          </p:cNvSpPr>
          <p:nvPr/>
        </p:nvSpPr>
        <p:spPr>
          <a:xfrm xmlns:a="http://schemas.openxmlformats.org/drawingml/2006/main" rot="0" flipH="0" flipV="0">
            <a:off x="3356885" y="3405521"/>
            <a:ext cx="479937" cy="598400"/>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ctr" defTabSz="685165">
              <a:buClrTx/>
              <a:buSzTx/>
              <a:buFontTx/>
              <a:buNone/>
            </a:pPr>
            <a:r>
              <a:rPr sz="2800" b="1">
                <a:solidFill>
                  <a:prstClr val="white"/>
                </a:solidFill>
                <a:latin typeface="微软雅黑"/>
                <a:ea typeface="微软雅黑"/>
                <a:cs typeface="微软雅黑"/>
              </a:rPr>
              <a:t>三</a:t>
            </a:r>
            <a:endParaRPr sz="2800" b="1">
              <a:solidFill>
                <a:prstClr val="white"/>
              </a:solidFill>
              <a:latin typeface="微软雅黑"/>
              <a:ea typeface="微软雅黑"/>
              <a:cs typeface="微软雅黑"/>
            </a:endParaRPr>
          </a:p>
        </p:txBody>
      </p:sp>
      <p:sp>
        <p:nvSpPr>
          <p:cNvPr id="25" name="矩形 13">
            <a:extLst xmlns:a="http://schemas.openxmlformats.org/drawingml/2006/main">
              <a:ext uri="{FF2B5EF4-FFF2-40B4-BE49-F238E27FC236}">
                <a16:creationId xmlns:a16="http://schemas.microsoft.com/office/drawing/2014/main" id="{A69D1A93-632B-4ECB-8A5A-F838CA9A6FAA}"/>
              </a:ext>
            </a:extLst>
          </p:cNvPr>
          <p:cNvSpPr>
            <a:spLocks xmlns:a="http://schemas.openxmlformats.org/drawingml/2006/main" noGrp="1"/>
          </p:cNvSpPr>
          <p:nvPr/>
        </p:nvSpPr>
        <p:spPr>
          <a:xfrm xmlns:a="http://schemas.openxmlformats.org/drawingml/2006/main" rot="0" flipH="0" flipV="0">
            <a:off x="4130500" y="1706225"/>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l" defTabSz="913765">
              <a:buClrTx/>
              <a:buSzTx/>
              <a:buFontTx/>
              <a:buNone/>
            </a:pPr>
            <a:r>
              <a:rPr sz="2800" b="1">
                <a:solidFill>
                  <a:srgbClr val="C00000"/>
                </a:solidFill>
                <a:latin typeface="微软雅黑"/>
                <a:ea typeface="微软雅黑"/>
                <a:cs typeface="微软雅黑"/>
              </a:rPr>
              <a:t>阶段进展</a:t>
            </a:r>
            <a:endParaRPr sz="2800" b="1">
              <a:solidFill>
                <a:srgbClr val="C00000"/>
              </a:solidFill>
              <a:latin typeface="微软雅黑"/>
              <a:ea typeface="微软雅黑"/>
              <a:cs typeface="微软雅黑"/>
            </a:endParaRPr>
          </a:p>
        </p:txBody>
      </p:sp>
      <p:pic>
        <p:nvPicPr>
          <p:cNvPr id="74" name="Picture 2"/>
          <p:cNvPicPr>
            <a:picLocks xmlns:a="http://schemas.openxmlformats.org/drawingml/2006/main" noChangeAspect="1"/>
          </p:cNvPicPr>
          <p:nvPr/>
        </p:nvPicPr>
        <p:blipFill>
          <a:blip xmlns:r="http://schemas.openxmlformats.org/officeDocument/2006/relationships" xmlns:a="http://schemas.openxmlformats.org/drawingml/2006/main" r:embed="Rda734356346f476a"/>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27866893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97795C9A-46C9-4588-9E57-1AE03B74C71E}"/>
              </a:ext>
            </a:extLst>
          </p:cNvPr>
          <p:cNvSpPr>
            <a:spLocks xmlns:a="http://schemas.openxmlformats.org/drawingml/2006/main" noGrp="1"/>
          </p:cNvSpPr>
          <p:nvPr/>
        </p:nvSpPr>
        <p:spPr>
          <a:xfrm xmlns:a="http://schemas.openxmlformats.org/drawingml/2006/main">
            <a:off x="323528" y="51976"/>
            <a:ext cx="2031325" cy="830997"/>
          </a:xfrm>
          <a:prstGeom xmlns:a="http://schemas.openxmlformats.org/drawingml/2006/main" prst="rect">
            <a:avLst/>
          </a:prstGeom>
        </p:spPr>
        <p:txBody>
          <a:bodyPr xmlns:a="http://schemas.openxmlformats.org/drawingml/2006/main" wrap="none">
            <a:spAutoFit/>
          </a:bodyPr>
          <a:lstStyle xmlns:a="http://schemas.openxmlformats.org/drawingml/2006/main"/>
          <a:p xmlns:a="http://schemas.openxmlformats.org/drawingml/2006/main">
            <a:pPr lvl="0" defTabSz="913765">
              <a:buNone/>
            </a:pPr>
            <a:r>
              <a:rPr sz="2400" b="1">
                <a:latin typeface="微软雅黑"/>
                <a:ea typeface="微软雅黑"/>
                <a:cs typeface="微软雅黑"/>
              </a:rPr>
              <a:t>一、阶段进展</a:t>
            </a:r>
            <a:endParaRPr sz="2400" b="1">
              <a:latin typeface="微软雅黑"/>
              <a:ea typeface="微软雅黑"/>
              <a:cs typeface="微软雅黑"/>
            </a:endParaRPr>
          </a:p>
        </p:txBody>
      </p:sp>
      <p:pic>
        <p:nvPicPr>
          <p:cNvPr id="13" name="Picture 2"/>
          <p:cNvPicPr>
            <a:picLocks xmlns:a="http://schemas.openxmlformats.org/drawingml/2006/main" noChangeAspect="1"/>
          </p:cNvPicPr>
          <p:nvPr/>
        </p:nvPicPr>
        <p:blipFill>
          <a:blip xmlns:r="http://schemas.openxmlformats.org/officeDocument/2006/relationships" xmlns:a="http://schemas.openxmlformats.org/drawingml/2006/main" r:embed="R892ef22daef948d7"/>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10" name="Text Box 4">
            <a:extLst xmlns:a="http://schemas.openxmlformats.org/drawingml/2006/main">
              <a:ext uri="{FF2B5EF4-FFF2-40B4-BE49-F238E27FC236}">
                <a16:creationId xmlns:a16="http://schemas.microsoft.com/office/drawing/2014/main" id="{9C073C65-062C-465A-827E-915DFF198D6F}"/>
              </a:ext>
            </a:extLst>
          </p:cNvPr>
          <p:cNvSpPr>
            <a:spLocks xmlns:a="http://schemas.openxmlformats.org/drawingml/2006/main" noGrp="1"/>
          </p:cNvSpPr>
          <p:nvPr/>
        </p:nvSpPr>
        <p:spPr>
          <a:xfrm xmlns:a="http://schemas.openxmlformats.org/drawingml/2006/main">
            <a:off x="2894754" y="68009"/>
            <a:ext cx="3528392" cy="396583"/>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nchor="t">
            <a:spAutoFit/>
          </a:bodyPr>
          <a:lstStyle xmlns:a="http://schemas.openxmlformats.org/drawingml/2006/main"/>
          <a:p xmlns:a="http://schemas.openxmlformats.org/drawingml/2006/main">
            <a:pPr marL="306070" indent="-306070" defTabSz="457200">
              <a:lnSpc>
                <a:spcPct val="120000"/>
              </a:lnSpc>
              <a:spcBef>
                <a:spcPct val="20000"/>
              </a:spcBef>
              <a:spcAft>
                <a:spcPts val="600"/>
              </a:spcAft>
              <a:buClr>
                <a:schemeClr val="tx1"/>
              </a:buClr>
              <a:buSzPct val="92000"/>
              <a:buFont typeface="Wingdings"/>
              <a:buChar char="n"/>
            </a:pPr>
            <a:r>
              <a:rPr b="1">
                <a:latin typeface="+mj-ea"/>
                <a:ea typeface="+mj-ea"/>
                <a:cs typeface="+mj-ea"/>
              </a:rPr>
              <a:t>阶段结论</a:t>
            </a:r>
            <a:endParaRPr b="1" kern="100">
              <a:latin typeface="+mj-ea"/>
              <a:ea typeface="+mj-ea"/>
              <a:cs typeface="+mj-ea"/>
            </a:endParaRPr>
          </a:p>
        </p:txBody>
      </p:sp>
      <p:sp>
        <p:nvSpPr>
          <p:cNvPr id="3" name="矩形 2">
            <a:extLst xmlns:a="http://schemas.openxmlformats.org/drawingml/2006/main">
              <a:ext uri="{FF2B5EF4-FFF2-40B4-BE49-F238E27FC236}">
                <a16:creationId xmlns:a16="http://schemas.microsoft.com/office/drawing/2014/main" id="{4B3D7FC2-F7E0-44DC-9BB0-BEA60CE1293A}"/>
              </a:ext>
            </a:extLst>
          </p:cNvPr>
          <p:cNvSpPr>
            <a:spLocks xmlns:a="http://schemas.openxmlformats.org/drawingml/2006/main" noGrp="1"/>
          </p:cNvSpPr>
          <p:nvPr/>
        </p:nvSpPr>
        <p:spPr>
          <a:xfrm xmlns:a="http://schemas.openxmlformats.org/drawingml/2006/main">
            <a:off x="323215" y="915670"/>
            <a:ext cx="8465185" cy="3885565"/>
          </a:xfrm>
          <a:prstGeom xmlns:a="http://schemas.openxmlformats.org/drawingml/2006/main" prst="rect">
            <a:avLst/>
          </a:prstGeom>
          <a:ln xmlns:a="http://schemas.openxmlformats.org/drawingml/2006/main">
            <a:solidFill>
              <a:srgbClr val="0070C0"/>
            </a:solidFill>
            <a:prstDash val="lgDash"/>
          </a:ln>
        </p:spPr>
        <p:txBody>
          <a:bodyPr xmlns:a="http://schemas.openxmlformats.org/drawingml/2006/main" wrap="square">
            <a:noAutofit/>
          </a:bodyPr>
          <a:lstStyle xmlns:a="http://schemas.openxmlformats.org/drawingml/2006/main"/>
          <a:p xmlns:a="http://schemas.openxmlformats.org/drawingml/2006/main">
            <a:pPr>
              <a:lnSpc>
                <a:spcPct val="120000"/>
              </a:lnSpc>
              <a:spcBef>
                <a:spcPts val="1000"/>
              </a:spcBef>
              <a:spcAft>
                <a:spcPts val="1000"/>
              </a:spcAft>
              <a:buNone/>
            </a:pPr>
            <a:r>
              <a:rPr sz="1800">
                <a:latin typeface="+mj-ea"/>
                <a:ea typeface="+mj-ea"/>
                <a:cs typeface="+mj-ea"/>
              </a:rPr>
              <a:t>课题1已进入核心技术集成与实验验证阶段，整体与2026年11月中期检查计划保持一致。</a:t>
            </a:r>
            <a:endParaRPr sz="1800" kern="100">
              <a:latin typeface="+mj-ea"/>
              <a:ea typeface="+mj-ea"/>
              <a:cs typeface="+mj-ea"/>
            </a:endParaRPr>
          </a:p>
          <a:p xmlns:a="http://schemas.openxmlformats.org/drawingml/2006/main">
            <a:pPr>
              <a:lnSpc>
                <a:spcPct val="125000"/>
              </a:lnSpc>
              <a:spcAft>
                <a:spcPts val="500"/>
              </a:spcAft>
              <a:buNone/>
            </a:pPr>
            <a:r>
              <a:rPr>
                <a:latin typeface="+mj-ea"/>
                <a:ea typeface="+mj-ea"/>
                <a:cs typeface="+mj-ea"/>
              </a:rPr>
              <a:t>1. 已贯通工作票解析、证据留痕、设备关联、图谱存储和演示服务主链路。</a:t>
            </a:r>
            <a:endParaRPr kern="100">
              <a:latin typeface="+mj-ea"/>
              <a:ea typeface="+mj-ea"/>
              <a:cs typeface="+mj-ea"/>
            </a:endParaRPr>
          </a:p>
          <a:p xmlns:a="http://schemas.openxmlformats.org/drawingml/2006/main">
            <a:pPr>
              <a:lnSpc>
                <a:spcPct val="125000"/>
              </a:lnSpc>
              <a:spcAft>
                <a:spcPts val="500"/>
              </a:spcAft>
              <a:buNone/>
            </a:pPr>
            <a:r>
              <a:rPr>
                <a:latin typeface="+mj-ea"/>
                <a:ea typeface="+mj-ea"/>
                <a:cs typeface="+mj-ea"/>
              </a:rPr>
              <a:t>2. 已形成设备标准化、编码匹配和摄像头推荐初步实现，平台兼容验证同步推进。</a:t>
            </a:r>
            <a:endParaRPr kern="100">
              <a:latin typeface="+mj-ea"/>
              <a:ea typeface="+mj-ea"/>
              <a:cs typeface="+mj-ea"/>
            </a:endParaRPr>
          </a:p>
          <a:p xmlns:a="http://schemas.openxmlformats.org/drawingml/2006/main">
            <a:pPr>
              <a:lnSpc>
                <a:spcPct val="125000"/>
              </a:lnSpc>
              <a:spcAft>
                <a:spcPts val="500"/>
              </a:spcAft>
              <a:buNone/>
            </a:pPr>
            <a:r>
              <a:rPr>
                <a:latin typeface="+mj-ea"/>
                <a:ea typeface="+mj-ea"/>
                <a:cs typeface="+mj-ea"/>
              </a:rPr>
              <a:t>3. 已建立100份PDF、100张PNG及配套台账与标准答案，具备批量实验条件。</a:t>
            </a:r>
            <a:endParaRPr kern="100">
              <a:latin typeface="+mj-ea"/>
              <a:ea typeface="+mj-ea"/>
              <a:cs typeface="+mj-ea"/>
            </a:endParaRPr>
          </a:p>
          <a:p xmlns:a="http://schemas.openxmlformats.org/drawingml/2006/main">
            <a:pPr>
              <a:lnSpc>
                <a:spcPct val="125000"/>
              </a:lnSpc>
              <a:spcAft>
                <a:spcPts val="500"/>
              </a:spcAft>
              <a:buNone/>
            </a:pPr>
            <a:r>
              <a:rPr>
                <a:latin typeface="+mj-ea"/>
                <a:ea typeface="+mj-ea"/>
                <a:cs typeface="+mj-ea"/>
              </a:rPr>
              <a:t>4. 已交付专利1项、完成论文1篇；课题2、课题3完成共性接口与前期储备。</a:t>
            </a:r>
            <a:endParaRPr kern="100">
              <a:latin typeface="+mj-ea"/>
              <a:ea typeface="+mj-ea"/>
              <a:cs typeface="+mj-ea"/>
            </a:endParaRPr>
          </a:p>
        </p:txBody>
      </p:sp>
    </p:spTree>
    <p:extLst>
      <p:ext uri="{BB962C8B-B14F-4D97-AF65-F5344CB8AC3E}">
        <p14:creationId xmlns:p14="http://schemas.microsoft.com/office/powerpoint/2010/main" val="82339874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3A2980EB-38B1-44A5-A776-E01CB9EF49DF}"/>
              </a:ext>
            </a:extLst>
          </p:cNvPr>
          <p:cNvSpPr>
            <a:spLocks xmlns:a="http://schemas.openxmlformats.org/drawingml/2006/main" noGrp="1"/>
          </p:cNvSpPr>
          <p:nvPr/>
        </p:nvSpPr>
        <p:spPr>
          <a:xfrm xmlns:a="http://schemas.openxmlformats.org/drawingml/2006/main">
            <a:off x="323528" y="51976"/>
            <a:ext cx="2031325" cy="830997"/>
          </a:xfrm>
          <a:prstGeom xmlns:a="http://schemas.openxmlformats.org/drawingml/2006/main" prst="rect">
            <a:avLst/>
          </a:prstGeom>
        </p:spPr>
        <p:txBody>
          <a:bodyPr xmlns:a="http://schemas.openxmlformats.org/drawingml/2006/main" wrap="none">
            <a:spAutoFit/>
          </a:bodyPr>
          <a:lstStyle xmlns:a="http://schemas.openxmlformats.org/drawingml/2006/main"/>
          <a:p xmlns:a="http://schemas.openxmlformats.org/drawingml/2006/main">
            <a:pPr lvl="0" defTabSz="913765">
              <a:buNone/>
            </a:pPr>
            <a:r>
              <a:rPr sz="2400" b="1">
                <a:latin typeface="微软雅黑"/>
                <a:ea typeface="微软雅黑"/>
                <a:cs typeface="微软雅黑"/>
              </a:rPr>
              <a:t>一、阶段进展</a:t>
            </a:r>
            <a:endParaRPr sz="2400" b="1">
              <a:latin typeface="微软雅黑"/>
              <a:ea typeface="微软雅黑"/>
              <a:cs typeface="微软雅黑"/>
            </a:endParaRPr>
          </a:p>
        </p:txBody>
      </p:sp>
      <p:pic>
        <p:nvPicPr>
          <p:cNvPr id="22" name="Picture 2"/>
          <p:cNvPicPr>
            <a:picLocks xmlns:a="http://schemas.openxmlformats.org/drawingml/2006/main" noChangeAspect="1"/>
          </p:cNvPicPr>
          <p:nvPr/>
        </p:nvPicPr>
        <p:blipFill>
          <a:blip xmlns:r="http://schemas.openxmlformats.org/officeDocument/2006/relationships" xmlns:a="http://schemas.openxmlformats.org/drawingml/2006/main" r:embed="R00c845194ebb4821"/>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10" name="Text Box 4">
            <a:extLst xmlns:a="http://schemas.openxmlformats.org/drawingml/2006/main">
              <a:ext uri="{FF2B5EF4-FFF2-40B4-BE49-F238E27FC236}">
                <a16:creationId xmlns:a16="http://schemas.microsoft.com/office/drawing/2014/main" id="{AFDBFB06-2F67-4C8A-9E6B-850BBD2536F5}"/>
              </a:ext>
            </a:extLst>
          </p:cNvPr>
          <p:cNvSpPr>
            <a:spLocks xmlns:a="http://schemas.openxmlformats.org/drawingml/2006/main" noGrp="1"/>
          </p:cNvSpPr>
          <p:nvPr/>
        </p:nvSpPr>
        <p:spPr>
          <a:xfrm xmlns:a="http://schemas.openxmlformats.org/drawingml/2006/main">
            <a:off x="2894754" y="68009"/>
            <a:ext cx="3528392" cy="396583"/>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nchor="t">
            <a:spAutoFit/>
          </a:bodyPr>
          <a:lstStyle xmlns:a="http://schemas.openxmlformats.org/drawingml/2006/main"/>
          <a:p xmlns:a="http://schemas.openxmlformats.org/drawingml/2006/main">
            <a:pPr marL="306070" indent="-306070" defTabSz="457200">
              <a:lnSpc>
                <a:spcPct val="120000"/>
              </a:lnSpc>
              <a:spcBef>
                <a:spcPct val="20000"/>
              </a:spcBef>
              <a:spcAft>
                <a:spcPts val="600"/>
              </a:spcAft>
              <a:buClr>
                <a:schemeClr val="tx1"/>
              </a:buClr>
              <a:buSzPct val="92000"/>
              <a:buFont typeface="Wingdings"/>
              <a:buChar char="n"/>
            </a:pPr>
            <a:r>
              <a:rPr b="1">
                <a:latin typeface="+mj-ea"/>
                <a:ea typeface="+mj-ea"/>
                <a:cs typeface="+mj-ea"/>
              </a:rPr>
              <a:t>问题与目标</a:t>
            </a:r>
            <a:endParaRPr b="1" kern="100">
              <a:latin typeface="+mj-ea"/>
              <a:ea typeface="+mj-ea"/>
              <a:cs typeface="+mj-ea"/>
            </a:endParaRPr>
          </a:p>
        </p:txBody>
      </p:sp>
      <p:sp>
        <p:nvSpPr>
          <p:cNvPr id="3" name="矩形 2">
            <a:extLst xmlns:a="http://schemas.openxmlformats.org/drawingml/2006/main">
              <a:ext uri="{FF2B5EF4-FFF2-40B4-BE49-F238E27FC236}">
                <a16:creationId xmlns:a16="http://schemas.microsoft.com/office/drawing/2014/main" id="{1858756E-546B-4F73-870D-12D276745B89}"/>
              </a:ext>
            </a:extLst>
          </p:cNvPr>
          <p:cNvSpPr>
            <a:spLocks xmlns:a="http://schemas.openxmlformats.org/drawingml/2006/main" noGrp="1"/>
          </p:cNvSpPr>
          <p:nvPr/>
        </p:nvSpPr>
        <p:spPr>
          <a:xfrm xmlns:a="http://schemas.openxmlformats.org/drawingml/2006/main">
            <a:off x="339468" y="809233"/>
            <a:ext cx="8465063" cy="1419860"/>
          </a:xfrm>
          <a:prstGeom xmlns:a="http://schemas.openxmlformats.org/drawingml/2006/main" prst="rect">
            <a:avLst/>
          </a:prstGeom>
          <a:ln xmlns:a="http://schemas.openxmlformats.org/drawingml/2006/main">
            <a:solidFill>
              <a:srgbClr val="0070C0"/>
            </a:solidFill>
            <a:prstDash val="lgDash"/>
          </a:l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800">
                <a:latin typeface="微软雅黑"/>
                <a:ea typeface="微软雅黑"/>
                <a:cs typeface="微软雅黑"/>
              </a:rPr>
              <a:t>当前主要矛盾不是“有没有数据”，而是工作票、设备台账、监控视频和风险事件尚未形成统一语义与时空关联。项目以课题1为当前突破口，先打通“票面解析—设备定位—监控关联”，再向风险识别和智能预警扩展。</a:t>
            </a:r>
            <a:endParaRPr sz="1600" kern="100">
              <a:latin typeface="微软雅黑"/>
              <a:ea typeface="微软雅黑"/>
              <a:cs typeface="微软雅黑"/>
            </a:endParaRPr>
          </a:p>
        </p:txBody>
      </p:sp>
      <p:sp>
        <p:nvSpPr>
          <p:cNvPr id="7" name="文本框 6">
            <a:extLst xmlns:a="http://schemas.openxmlformats.org/drawingml/2006/main">
              <a:ext uri="{FF2B5EF4-FFF2-40B4-BE49-F238E27FC236}">
                <a16:creationId xmlns:a16="http://schemas.microsoft.com/office/drawing/2014/main" id="{029C1EA1-8B33-431D-9921-2F9EC29FAF58}"/>
              </a:ext>
            </a:extLst>
          </p:cNvPr>
          <p:cNvSpPr>
            <a:spLocks xmlns:a="http://schemas.openxmlformats.org/drawingml/2006/main" noGrp="1"/>
          </p:cNvSpPr>
          <p:nvPr/>
        </p:nvSpPr>
        <p:spPr>
          <a:xfrm xmlns:a="http://schemas.openxmlformats.org/drawingml/2006/main">
            <a:off x="539750" y="4545965"/>
            <a:ext cx="2186305" cy="30670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黑体"/>
                <a:ea typeface="黑体"/>
                <a:cs typeface="黑体"/>
              </a:rPr>
              <a:t>票面信息非结构化</a:t>
            </a:r>
            <a:endParaRPr sz="1400">
              <a:latin typeface="黑体"/>
              <a:ea typeface="黑体"/>
              <a:cs typeface="黑体"/>
            </a:endParaRPr>
          </a:p>
        </p:txBody>
      </p:sp>
      <p:sp>
        <p:nvSpPr>
          <p:cNvPr id="11" name="文本框 10">
            <a:extLst xmlns:a="http://schemas.openxmlformats.org/drawingml/2006/main">
              <a:ext uri="{FF2B5EF4-FFF2-40B4-BE49-F238E27FC236}">
                <a16:creationId xmlns:a16="http://schemas.microsoft.com/office/drawing/2014/main" id="{330E8B33-D3CA-47D4-A4D4-EAEBF871E208}"/>
              </a:ext>
            </a:extLst>
          </p:cNvPr>
          <p:cNvSpPr>
            <a:spLocks xmlns:a="http://schemas.openxmlformats.org/drawingml/2006/main" noGrp="1"/>
          </p:cNvSpPr>
          <p:nvPr/>
        </p:nvSpPr>
        <p:spPr>
          <a:xfrm xmlns:a="http://schemas.openxmlformats.org/drawingml/2006/main">
            <a:off x="3851910" y="4545965"/>
            <a:ext cx="140335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黑体"/>
                <a:ea typeface="黑体"/>
                <a:cs typeface="黑体"/>
              </a:rPr>
              <a:t>现场识别有时延</a:t>
            </a:r>
            <a:endParaRPr sz="1400">
              <a:latin typeface="黑体"/>
              <a:ea typeface="黑体"/>
              <a:cs typeface="黑体"/>
            </a:endParaRPr>
          </a:p>
        </p:txBody>
      </p:sp>
      <p:sp>
        <p:nvSpPr>
          <p:cNvPr id="16" name="文本框 15">
            <a:extLst xmlns:a="http://schemas.openxmlformats.org/drawingml/2006/main">
              <a:ext uri="{FF2B5EF4-FFF2-40B4-BE49-F238E27FC236}">
                <a16:creationId xmlns:a16="http://schemas.microsoft.com/office/drawing/2014/main" id="{2B75F770-9A49-40CD-A14D-4F0BE9CBA700}"/>
              </a:ext>
            </a:extLst>
          </p:cNvPr>
          <p:cNvSpPr>
            <a:spLocks xmlns:a="http://schemas.openxmlformats.org/drawingml/2006/main" noGrp="1"/>
          </p:cNvSpPr>
          <p:nvPr/>
        </p:nvSpPr>
        <p:spPr>
          <a:xfrm xmlns:a="http://schemas.openxmlformats.org/drawingml/2006/main">
            <a:off x="6876415" y="4516120"/>
            <a:ext cx="96139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黑体"/>
                <a:ea typeface="黑体"/>
                <a:cs typeface="黑体"/>
              </a:rPr>
              <a:t>多源数据相互割裂</a:t>
            </a:r>
            <a:endParaRPr sz="1400">
              <a:latin typeface="黑体"/>
              <a:ea typeface="黑体"/>
              <a:cs typeface="黑体"/>
            </a:endParaRPr>
          </a:p>
        </p:txBody>
      </p:sp>
      <p:pic>
        <p:nvPicPr>
          <p:cNvPr id="28" name="图片 4"/>
          <p:cNvPicPr>
            <a:picLocks xmlns:a="http://schemas.openxmlformats.org/drawingml/2006/main" noChangeAspect="1"/>
          </p:cNvPicPr>
          <p:nvPr/>
        </p:nvPicPr>
        <p:blipFill>
          <a:blip xmlns:r="http://schemas.openxmlformats.org/officeDocument/2006/relationships" xmlns:a="http://schemas.openxmlformats.org/drawingml/2006/main" r:embed="Rf91e542be0bf4fb3"/>
          <a:srcRect xmlns:a="http://schemas.openxmlformats.org/drawingml/2006/main" l="7751" t="0" r="7751" b="0"/>
          <a:stretch xmlns:a="http://schemas.openxmlformats.org/drawingml/2006/main">
            <a:fillRect l="0" t="0" r="0" b="0"/>
          </a:stretch>
        </p:blipFill>
        <p:spPr>
          <a:xfrm xmlns:a="http://schemas.openxmlformats.org/drawingml/2006/main">
            <a:off x="3066718" y="2514727"/>
            <a:ext cx="2605846" cy="1892274"/>
          </a:xfrm>
          <a:prstGeom xmlns:a="http://schemas.openxmlformats.org/drawingml/2006/main" prst="rect">
            <a:avLst/>
          </a:prstGeom>
        </p:spPr>
      </p:pic>
      <p:pic>
        <p:nvPicPr>
          <p:cNvPr id="29" name="图片 8"/>
          <p:cNvPicPr>
            <a:picLocks xmlns:a="http://schemas.openxmlformats.org/drawingml/2006/main" noChangeAspect="1"/>
          </p:cNvPicPr>
          <p:nvPr/>
        </p:nvPicPr>
        <p:blipFill>
          <a:blip xmlns:r="http://schemas.openxmlformats.org/officeDocument/2006/relationships" xmlns:a="http://schemas.openxmlformats.org/drawingml/2006/main" r:embed="R28c3597387fa4bd1"/>
          <a:srcRect xmlns:a="http://schemas.openxmlformats.org/drawingml/2006/main" l="7591" t="0" r="7591" b="0"/>
          <a:stretch xmlns:a="http://schemas.openxmlformats.org/drawingml/2006/main">
            <a:fillRect l="0" t="0" r="0" b="0"/>
          </a:stretch>
        </p:blipFill>
        <p:spPr>
          <a:xfrm xmlns:a="http://schemas.openxmlformats.org/drawingml/2006/main">
            <a:off x="275392" y="2481569"/>
            <a:ext cx="2450421" cy="1925570"/>
          </a:xfrm>
          <a:prstGeom xmlns:a="http://schemas.openxmlformats.org/drawingml/2006/main" prst="rect">
            <a:avLst/>
          </a:prstGeom>
        </p:spPr>
      </p:pic>
      <p:pic>
        <p:nvPicPr>
          <p:cNvPr id="30" name="图片 3"/>
          <p:cNvPicPr>
            <a:picLocks xmlns:a="http://schemas.openxmlformats.org/drawingml/2006/main" noChangeAspect="1"/>
          </p:cNvPicPr>
          <p:nvPr/>
        </p:nvPicPr>
        <p:blipFill>
          <a:blip xmlns:r="http://schemas.openxmlformats.org/officeDocument/2006/relationships" xmlns:a="http://schemas.openxmlformats.org/drawingml/2006/main" r:embed="R5f4cec9eb0dd4294"/>
          <a:stretch xmlns:a="http://schemas.openxmlformats.org/drawingml/2006/main">
            <a:fillRect l="0" t="0" r="0" b="0"/>
          </a:stretch>
        </p:blipFill>
        <p:spPr>
          <a:xfrm xmlns:a="http://schemas.openxmlformats.org/drawingml/2006/main">
            <a:off x="6012180" y="2514600"/>
            <a:ext cx="2672715" cy="1932305"/>
          </a:xfrm>
          <a:prstGeom xmlns:a="http://schemas.openxmlformats.org/drawingml/2006/main" prst="rect">
            <a:avLst/>
          </a:prstGeom>
        </p:spPr>
      </p:pic>
    </p:spTree>
    <p:extLst>
      <p:ext uri="{BB962C8B-B14F-4D97-AF65-F5344CB8AC3E}">
        <p14:creationId xmlns:p14="http://schemas.microsoft.com/office/powerpoint/2010/main" val="70190478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Rectangle 140">
            <a:extLst xmlns:a="http://schemas.openxmlformats.org/drawingml/2006/main">
              <a:ext uri="{FF2B5EF4-FFF2-40B4-BE49-F238E27FC236}">
                <a16:creationId xmlns:a16="http://schemas.microsoft.com/office/drawing/2014/main" id="{3279099F-4836-4EBE-9886-A5F6A1FA766C}"/>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cc3ddcbba2e04e3f"/>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5" name="矩形 4">
            <a:extLst xmlns:a="http://schemas.openxmlformats.org/drawingml/2006/main">
              <a:ext uri="{FF2B5EF4-FFF2-40B4-BE49-F238E27FC236}">
                <a16:creationId xmlns:a16="http://schemas.microsoft.com/office/drawing/2014/main" id="{4B320652-2919-4A22-BD40-5BF3D04B3C02}"/>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a:spAutoFit/>
          </a:bodyPr>
          <a:lstStyle xmlns:a="http://schemas.openxmlformats.org/drawingml/2006/main"/>
          <a:p xmlns:a="http://schemas.openxmlformats.org/drawingml/2006/main">
            <a:pPr lvl="0" defTabSz="913765">
              <a:buNone/>
            </a:pPr>
            <a:r>
              <a:rPr sz="2400" b="1">
                <a:latin typeface="微软雅黑"/>
                <a:ea typeface="微软雅黑"/>
                <a:cs typeface="微软雅黑"/>
              </a:rPr>
              <a:t>二、技术与成果</a:t>
            </a:r>
            <a:endParaRPr sz="2400" b="1">
              <a:latin typeface="微软雅黑"/>
              <a:ea typeface="微软雅黑"/>
              <a:cs typeface="微软雅黑"/>
            </a:endParaRPr>
          </a:p>
        </p:txBody>
      </p:sp>
      <p:sp>
        <p:nvSpPr>
          <p:cNvPr id="8" name="矩形 7">
            <a:extLst xmlns:a="http://schemas.openxmlformats.org/drawingml/2006/main">
              <a:ext uri="{FF2B5EF4-FFF2-40B4-BE49-F238E27FC236}">
                <a16:creationId xmlns:a16="http://schemas.microsoft.com/office/drawing/2014/main" id="{D615708E-E2D8-47CF-95C2-B9DB4B6C2EB7}"/>
              </a:ext>
            </a:extLst>
          </p:cNvPr>
          <p:cNvSpPr>
            <a:spLocks xmlns:a="http://schemas.openxmlformats.org/drawingml/2006/main" noGrp="1"/>
          </p:cNvSpPr>
          <p:nvPr/>
        </p:nvSpPr>
        <p:spPr>
          <a:xfrm xmlns:a="http://schemas.openxmlformats.org/drawingml/2006/main">
            <a:off x="2771800" y="472482"/>
            <a:ext cx="3231654" cy="369332"/>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lvl="0" algn="ctr">
              <a:buNone/>
            </a:pPr>
            <a:r>
              <a:rPr b="1">
                <a:latin typeface="微软雅黑"/>
                <a:ea typeface="微软雅黑"/>
                <a:cs typeface="微软雅黑"/>
              </a:rPr>
              <a:t>总体技术路线</a:t>
            </a:r>
            <a:endParaRPr b="1">
              <a:latin typeface="微软雅黑"/>
              <a:ea typeface="微软雅黑"/>
              <a:cs typeface="微软雅黑"/>
            </a:endParaRPr>
          </a:p>
        </p:txBody>
      </p:sp>
      <p:pic>
        <p:nvPicPr>
          <p:cNvPr id="15" name="图片 1"/>
          <p:cNvPicPr>
            <a:picLocks xmlns:a="http://schemas.openxmlformats.org/drawingml/2006/main" noChangeAspect="1"/>
          </p:cNvPicPr>
          <p:nvPr/>
        </p:nvPicPr>
        <p:blipFill>
          <a:blip xmlns:r="http://schemas.openxmlformats.org/officeDocument/2006/relationships" xmlns:a="http://schemas.openxmlformats.org/drawingml/2006/main" r:embed="R5683fc14a355427e"/>
          <a:srcRect xmlns:a="http://schemas.openxmlformats.org/drawingml/2006/main" l="3938" t="18340" r="4708" b="5462"/>
          <a:stretch xmlns:a="http://schemas.openxmlformats.org/drawingml/2006/main">
            <a:fillRect l="0" t="0" r="0" b="0"/>
          </a:stretch>
        </p:blipFill>
        <p:spPr>
          <a:xfrm xmlns:a="http://schemas.openxmlformats.org/drawingml/2006/main">
            <a:off x="251460" y="915035"/>
            <a:ext cx="8625840" cy="4015740"/>
          </a:xfrm>
          <a:prstGeom xmlns:a="http://schemas.openxmlformats.org/drawingml/2006/main" prst="rect">
            <a:avLst/>
          </a:prstGeom>
        </p:spPr>
      </p:pic>
    </p:spTree>
    <p:extLst>
      <p:ext uri="{BB962C8B-B14F-4D97-AF65-F5344CB8AC3E}">
        <p14:creationId xmlns:p14="http://schemas.microsoft.com/office/powerpoint/2010/main" val="87550073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Text Box 4">
            <a:extLst xmlns:a="http://schemas.openxmlformats.org/drawingml/2006/main">
              <a:ext uri="{FF2B5EF4-FFF2-40B4-BE49-F238E27FC236}">
                <a16:creationId xmlns:a16="http://schemas.microsoft.com/office/drawing/2014/main" id="{44FEE6DF-2B6C-42E0-8644-8CE907CDC500}"/>
              </a:ext>
            </a:extLst>
          </p:cNvPr>
          <p:cNvSpPr>
            <a:spLocks xmlns:a="http://schemas.openxmlformats.org/drawingml/2006/main" noGrp="1"/>
          </p:cNvSpPr>
          <p:nvPr/>
        </p:nvSpPr>
        <p:spPr>
          <a:xfrm xmlns:a="http://schemas.openxmlformats.org/drawingml/2006/main">
            <a:off x="538917" y="627650"/>
            <a:ext cx="8064896" cy="460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nchor="t">
            <a:spAutoFit/>
          </a:bodyPr>
          <a:lstStyle xmlns:a="http://schemas.openxmlformats.org/drawingml/2006/main"/>
          <a:p xmlns:a="http://schemas.openxmlformats.org/drawingml/2006/main">
            <a:pPr marL="306070" indent="-306070" defTabSz="457200">
              <a:lnSpc>
                <a:spcPct val="120000"/>
              </a:lnSpc>
              <a:spcBef>
                <a:spcPct val="20000"/>
              </a:spcBef>
              <a:spcAft>
                <a:spcPts val="600"/>
              </a:spcAft>
              <a:buClr>
                <a:schemeClr val="tx1"/>
              </a:buClr>
              <a:buSzPct val="92000"/>
              <a:buFont typeface="Wingdings"/>
              <a:buChar char="n"/>
            </a:pPr>
            <a:r>
              <a:rPr sz="2000" b="1">
                <a:latin typeface="+mj-ea"/>
                <a:ea typeface="+mj-ea"/>
                <a:cs typeface="+mj-ea"/>
              </a:rPr>
              <a:t>当前技术栈</a:t>
            </a:r>
            <a:endParaRPr sz="2000" b="1" kern="100">
              <a:latin typeface="+mj-ea"/>
              <a:ea typeface="+mj-ea"/>
              <a:cs typeface="+mj-ea"/>
            </a:endParaRPr>
          </a:p>
        </p:txBody>
      </p:sp>
      <p:sp>
        <p:nvSpPr>
          <p:cNvPr id="6" name="Rectangle 163">
            <a:extLst xmlns:a="http://schemas.openxmlformats.org/drawingml/2006/main">
              <a:ext uri="{FF2B5EF4-FFF2-40B4-BE49-F238E27FC236}">
                <a16:creationId xmlns:a16="http://schemas.microsoft.com/office/drawing/2014/main" id="{E6FB760E-BB71-4DD0-9C95-ACB1A5A045F2}"/>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sz="1800"/>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762e277a72be4e85"/>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8" name="矩形 7">
            <a:extLst xmlns:a="http://schemas.openxmlformats.org/drawingml/2006/main">
              <a:ext uri="{FF2B5EF4-FFF2-40B4-BE49-F238E27FC236}">
                <a16:creationId xmlns:a16="http://schemas.microsoft.com/office/drawing/2014/main" id="{A120AEDD-074B-4D3A-9BEA-F0AB637CDF53}"/>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a:spAutoFit/>
          </a:bodyPr>
          <a:lstStyle xmlns:a="http://schemas.openxmlformats.org/drawingml/2006/main"/>
          <a:p xmlns:a="http://schemas.openxmlformats.org/drawingml/2006/main">
            <a:pPr lvl="0" defTabSz="913765">
              <a:buNone/>
            </a:pPr>
            <a:r>
              <a:rPr sz="2400" b="1">
                <a:latin typeface="微软雅黑"/>
                <a:ea typeface="微软雅黑"/>
                <a:cs typeface="微软雅黑"/>
              </a:rPr>
              <a:t>二、技术与成果</a:t>
            </a:r>
            <a:endParaRPr sz="2400" b="1">
              <a:latin typeface="微软雅黑"/>
              <a:ea typeface="微软雅黑"/>
              <a:cs typeface="微软雅黑"/>
            </a:endParaRPr>
          </a:p>
        </p:txBody>
      </p:sp>
      <p:sp>
        <p:nvSpPr>
          <p:cNvPr id="4" name="文本框 3">
            <a:extLst xmlns:a="http://schemas.openxmlformats.org/drawingml/2006/main">
              <a:ext uri="{FF2B5EF4-FFF2-40B4-BE49-F238E27FC236}">
                <a16:creationId xmlns:a16="http://schemas.microsoft.com/office/drawing/2014/main" id="{08577746-A2AF-4859-B8FC-2D95C30A08D1}"/>
              </a:ext>
            </a:extLst>
          </p:cNvPr>
          <p:cNvSpPr>
            <a:spLocks xmlns:a="http://schemas.openxmlformats.org/drawingml/2006/main" noGrp="1"/>
          </p:cNvSpPr>
          <p:nvPr/>
        </p:nvSpPr>
        <p:spPr>
          <a:xfrm xmlns:a="http://schemas.openxmlformats.org/drawingml/2006/main">
            <a:off x="323215" y="1131570"/>
            <a:ext cx="8369935" cy="3671570"/>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marL="285750" indent="-285750">
              <a:lnSpc>
                <a:spcPct val="150000"/>
              </a:lnSpc>
              <a:spcAft>
                <a:spcPts val="1000"/>
              </a:spcAft>
              <a:buFont typeface="Wingdings"/>
              <a:buChar char="Ø"/>
            </a:pPr>
            <a:r>
              <a:rPr sz="1600">
                <a:latin typeface="微软雅黑"/>
                <a:ea typeface="微软雅黑"/>
                <a:cs typeface="微软雅黑"/>
              </a:rPr>
              <a:t>1. 文档理解｜OpenCV + PPStructureV3 / PaddleOCR-VL，解析版面、文字与表格。</a:t>
            </a:r>
            <a:endParaRPr sz="1600">
              <a:latin typeface="微软雅黑"/>
              <a:ea typeface="微软雅黑"/>
              <a:cs typeface="微软雅黑"/>
            </a:endParaRPr>
          </a:p>
          <a:p xmlns:a="http://schemas.openxmlformats.org/drawingml/2006/main">
            <a:pPr marL="285750" indent="-285750">
              <a:lnSpc>
                <a:spcPct val="150000"/>
              </a:lnSpc>
              <a:spcAft>
                <a:spcPts val="1000"/>
              </a:spcAft>
              <a:buFont typeface="Wingdings"/>
              <a:buChar char="Ø"/>
            </a:pPr>
            <a:r>
              <a:rPr sz="1600">
                <a:latin typeface="微软雅黑"/>
                <a:ea typeface="微软雅黑"/>
                <a:cs typeface="微软雅黑"/>
              </a:rPr>
              <a:t>2. 语义抽取｜BERT-MRC + 规则兜底；Qwen用于校验与关系抽取。</a:t>
            </a:r>
            <a:endParaRPr sz="1600">
              <a:latin typeface="微软雅黑"/>
              <a:ea typeface="微软雅黑"/>
              <a:cs typeface="微软雅黑"/>
            </a:endParaRPr>
          </a:p>
          <a:p xmlns:a="http://schemas.openxmlformats.org/drawingml/2006/main">
            <a:pPr marL="285750" indent="-285750">
              <a:lnSpc>
                <a:spcPct val="150000"/>
              </a:lnSpc>
              <a:spcAft>
                <a:spcPts val="1000"/>
              </a:spcAft>
              <a:buFont typeface="Wingdings"/>
              <a:buChar char="Ø"/>
            </a:pPr>
            <a:r>
              <a:rPr sz="1600">
                <a:latin typeface="微软雅黑"/>
                <a:ea typeface="微软雅黑"/>
                <a:cs typeface="微软雅黑"/>
              </a:rPr>
              <a:t>3. 关联存储｜设备标准化与编码匹配；Neo4j组织票、设备、地点和摄像头。</a:t>
            </a:r>
            <a:endParaRPr sz="1600">
              <a:latin typeface="微软雅黑"/>
              <a:ea typeface="微软雅黑"/>
              <a:cs typeface="微软雅黑"/>
            </a:endParaRPr>
          </a:p>
          <a:p xmlns:a="http://schemas.openxmlformats.org/drawingml/2006/main">
            <a:pPr marL="285750" indent="-285750">
              <a:lnSpc>
                <a:spcPct val="150000"/>
              </a:lnSpc>
              <a:spcAft>
                <a:spcPts val="1000"/>
              </a:spcAft>
              <a:buFont typeface="Wingdings"/>
              <a:buChar char="Ø"/>
            </a:pPr>
            <a:r>
              <a:rPr sz="1600">
                <a:latin typeface="微软雅黑"/>
                <a:ea typeface="微软雅黑"/>
                <a:cs typeface="微软雅黑"/>
              </a:rPr>
              <a:t>4. 服务应用｜FastAPI + Gradio；SSE流式返回，输出JSON与Cypher。</a:t>
            </a:r>
            <a:endParaRPr sz="1600">
              <a:latin typeface="微软雅黑"/>
              <a:ea typeface="微软雅黑"/>
              <a:cs typeface="微软雅黑"/>
            </a:endParaRPr>
          </a:p>
        </p:txBody>
      </p:sp>
    </p:spTree>
    <p:extLst>
      <p:ext uri="{BB962C8B-B14F-4D97-AF65-F5344CB8AC3E}">
        <p14:creationId xmlns:p14="http://schemas.microsoft.com/office/powerpoint/2010/main" val="117965422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5" name="Text Box 4">
            <a:extLst xmlns:a="http://schemas.openxmlformats.org/drawingml/2006/main">
              <a:ext uri="{FF2B5EF4-FFF2-40B4-BE49-F238E27FC236}">
                <a16:creationId xmlns:a16="http://schemas.microsoft.com/office/drawing/2014/main" id="{79485067-26B0-4442-BC85-766998CAB418}"/>
              </a:ext>
            </a:extLst>
          </p:cNvPr>
          <p:cNvSpPr>
            <a:spLocks xmlns:a="http://schemas.openxmlformats.org/drawingml/2006/main" noGrp="1"/>
          </p:cNvSpPr>
          <p:nvPr/>
        </p:nvSpPr>
        <p:spPr>
          <a:xfrm xmlns:a="http://schemas.openxmlformats.org/drawingml/2006/main">
            <a:off x="415979" y="620668"/>
            <a:ext cx="8712969" cy="968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nchor="t">
            <a:spAutoFit/>
          </a:bodyPr>
          <a:lstStyle xmlns:a="http://schemas.openxmlformats.org/drawingml/2006/main">
            <a:lvl1pPr marL="306070" indent="-306070" defTabSz="457200">
              <a:lnSpc>
                <a:spcPct val="120000"/>
              </a:lnSpc>
              <a:spcBef>
                <a:spcPct val="20000"/>
              </a:spcBef>
              <a:spcAft>
                <a:spcPts val="600"/>
              </a:spcAft>
              <a:buClr>
                <a:schemeClr val="tx1"/>
              </a:buClr>
              <a:buSzPct val="92000"/>
              <a:buFont typeface="Wingdings"/>
              <a:buChar char="n"/>
              <a:defRPr b="1" kern="100">
                <a:latin typeface="+mj-ea"/>
                <a:ea typeface="+mj-ea"/>
                <a:cs typeface="+mj-ea"/>
              </a:defRPr>
            </a:lvl1pPr>
          </a:lstStyle>
          <a:p xmlns:a="http://schemas.openxmlformats.org/drawingml/2006/main">
            <a:r>
              <a:rPr sz="2000"/>
              <a:t>课题1：工作票结构化抽取主链路已打通</a:t>
            </a:r>
            <a:endParaRPr sz="2000" b="1" kern="100">
              <a:solidFill>
                <a:srgbClr val="000000"/>
              </a:solidFill>
              <a:latin typeface="+mj-ea"/>
              <a:ea typeface="+mj-ea"/>
              <a:cs typeface="+mj-ea"/>
            </a:endParaRPr>
          </a:p>
        </p:txBody>
      </p:sp>
      <p:sp>
        <p:nvSpPr>
          <p:cNvPr id="6" name="矩形 5">
            <a:extLst xmlns:a="http://schemas.openxmlformats.org/drawingml/2006/main">
              <a:ext uri="{FF2B5EF4-FFF2-40B4-BE49-F238E27FC236}">
                <a16:creationId xmlns:a16="http://schemas.microsoft.com/office/drawing/2014/main" id="{D3D8C96A-67C3-4172-9812-9D0BE25F0977}"/>
              </a:ext>
            </a:extLst>
          </p:cNvPr>
          <p:cNvSpPr>
            <a:spLocks xmlns:a="http://schemas.openxmlformats.org/drawingml/2006/main" noGrp="1"/>
          </p:cNvSpPr>
          <p:nvPr/>
        </p:nvSpPr>
        <p:spPr>
          <a:xfrm xmlns:a="http://schemas.openxmlformats.org/drawingml/2006/main">
            <a:off x="477324" y="1091862"/>
            <a:ext cx="8208912" cy="190055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lgn="just">
              <a:lnSpc>
                <a:spcPct val="120000"/>
              </a:lnSpc>
              <a:spcAft>
                <a:spcPts val="0"/>
              </a:spcAft>
              <a:buNone/>
            </a:pPr>
            <a:r>
              <a:rPr>
                <a:latin typeface="+mj-ea"/>
                <a:ea typeface="+mj-ea"/>
                <a:cs typeface="+mj-ea"/>
              </a:rPr>
              <a:t>工作票图像/PDF → PPStructureV3版面与OCR → Markdown/JSON证据 → LLM按固定Schema抽取 → 安全规则一致性校验。输出同时保留字段值、原文证据、页码/坐标、置信状态和中间文件，便于复核与回溯。</a:t>
            </a:r>
            <a:endParaRPr sz="1800" b="1" kern="100"/>
          </a:p>
        </p:txBody>
      </p:sp>
      <p:sp>
        <p:nvSpPr>
          <p:cNvPr id="3" name="Rectangle 140">
            <a:extLst xmlns:a="http://schemas.openxmlformats.org/drawingml/2006/main">
              <a:ext uri="{FF2B5EF4-FFF2-40B4-BE49-F238E27FC236}">
                <a16:creationId xmlns:a16="http://schemas.microsoft.com/office/drawing/2014/main" id="{7CBB0FE9-3941-4756-8633-B6615FB5D19B}"/>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a:p>
        </p:txBody>
      </p:sp>
      <p:pic>
        <p:nvPicPr>
          <p:cNvPr id="33" name="Picture 2"/>
          <p:cNvPicPr>
            <a:picLocks xmlns:a="http://schemas.openxmlformats.org/drawingml/2006/main" noChangeAspect="1"/>
          </p:cNvPicPr>
          <p:nvPr/>
        </p:nvPicPr>
        <p:blipFill>
          <a:blip xmlns:r="http://schemas.openxmlformats.org/officeDocument/2006/relationships" xmlns:a="http://schemas.openxmlformats.org/drawingml/2006/main" r:embed="R325612bc06b84335"/>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7" name="矩形 6">
            <a:extLst xmlns:a="http://schemas.openxmlformats.org/drawingml/2006/main">
              <a:ext uri="{FF2B5EF4-FFF2-40B4-BE49-F238E27FC236}">
                <a16:creationId xmlns:a16="http://schemas.microsoft.com/office/drawing/2014/main" id="{D8B20382-D664-42F8-90F0-2A9418FF9FAD}"/>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a:spAutoFit/>
          </a:bodyPr>
          <a:lstStyle xmlns:a="http://schemas.openxmlformats.org/drawingml/2006/main"/>
          <a:p xmlns:a="http://schemas.openxmlformats.org/drawingml/2006/main">
            <a:pPr lvl="0" defTabSz="913765">
              <a:buNone/>
            </a:pPr>
            <a:r>
              <a:rPr sz="2400" b="1">
                <a:latin typeface="微软雅黑"/>
                <a:ea typeface="微软雅黑"/>
                <a:cs typeface="微软雅黑"/>
              </a:rPr>
              <a:t>二、技术与成果</a:t>
            </a:r>
            <a:endParaRPr sz="2400" b="1">
              <a:latin typeface="微软雅黑"/>
              <a:ea typeface="微软雅黑"/>
              <a:cs typeface="微软雅黑"/>
            </a:endParaRPr>
          </a:p>
        </p:txBody>
      </p:sp>
      <p:pic>
        <p:nvPicPr>
          <p:cNvPr id="35" name="图片 3"/>
          <p:cNvPicPr>
            <a:picLocks xmlns:a="http://schemas.openxmlformats.org/drawingml/2006/main" noChangeAspect="1"/>
          </p:cNvPicPr>
          <p:nvPr/>
        </p:nvPicPr>
        <p:blipFill>
          <a:blip xmlns:r="http://schemas.openxmlformats.org/officeDocument/2006/relationships" xmlns:a="http://schemas.openxmlformats.org/drawingml/2006/main" r:embed="R4d165b9378a041e7"/>
          <a:srcRect xmlns:a="http://schemas.openxmlformats.org/drawingml/2006/main" l="0" t="0" r="0" b="0"/>
          <a:stretch xmlns:a="http://schemas.openxmlformats.org/drawingml/2006/main">
            <a:fillRect l="0" t="0" r="0" b="0"/>
          </a:stretch>
        </p:blipFill>
        <p:spPr>
          <a:xfrm xmlns:a="http://schemas.openxmlformats.org/drawingml/2006/main" flipH="0" flipV="0">
            <a:off x="755650" y="3011805"/>
            <a:ext cx="2466975" cy="1719580"/>
          </a:xfrm>
          <a:prstGeom xmlns:a="http://schemas.openxmlformats.org/drawingml/2006/main" prst="rect">
            <a:avLst/>
          </a:prstGeom>
        </p:spPr>
      </p:pic>
      <p:sp>
        <p:nvSpPr>
          <p:cNvPr id="5" name="矩形 4">
            <a:extLst xmlns:a="http://schemas.openxmlformats.org/drawingml/2006/main">
              <a:ext uri="{FF2B5EF4-FFF2-40B4-BE49-F238E27FC236}">
                <a16:creationId xmlns:a16="http://schemas.microsoft.com/office/drawing/2014/main" id="{57F65C1F-6A44-4ED3-8EEA-3B2E040D8692}"/>
              </a:ext>
            </a:extLst>
          </p:cNvPr>
          <p:cNvSpPr>
            <a:spLocks xmlns:a="http://schemas.openxmlformats.org/drawingml/2006/main" noGrp="1"/>
          </p:cNvSpPr>
          <p:nvPr/>
        </p:nvSpPr>
        <p:spPr>
          <a:xfrm xmlns:a="http://schemas.openxmlformats.org/drawingml/2006/main">
            <a:off x="3497580" y="4799330"/>
            <a:ext cx="2418715" cy="30670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lvl="0" algn="ctr">
              <a:buNone/>
            </a:pPr>
            <a:r>
              <a:rPr sz="1400">
                <a:latin typeface="微软雅黑"/>
                <a:ea typeface="微软雅黑"/>
                <a:cs typeface="微软雅黑"/>
              </a:rPr>
              <a:t>版面与文字识别</a:t>
            </a:r>
            <a:endParaRPr sz="1400">
              <a:latin typeface="微软雅黑"/>
              <a:ea typeface="微软雅黑"/>
              <a:cs typeface="微软雅黑"/>
            </a:endParaRPr>
          </a:p>
        </p:txBody>
      </p:sp>
      <p:sp>
        <p:nvSpPr>
          <p:cNvPr id="8" name="矩形 7">
            <a:extLst xmlns:a="http://schemas.openxmlformats.org/drawingml/2006/main">
              <a:ext uri="{FF2B5EF4-FFF2-40B4-BE49-F238E27FC236}">
                <a16:creationId xmlns:a16="http://schemas.microsoft.com/office/drawing/2014/main" id="{183D6FA1-F40E-4189-AC3D-16D84E861247}"/>
              </a:ext>
            </a:extLst>
          </p:cNvPr>
          <p:cNvSpPr>
            <a:spLocks xmlns:a="http://schemas.openxmlformats.org/drawingml/2006/main" noGrp="1"/>
          </p:cNvSpPr>
          <p:nvPr/>
        </p:nvSpPr>
        <p:spPr>
          <a:xfrm xmlns:a="http://schemas.openxmlformats.org/drawingml/2006/main">
            <a:off x="899795" y="4805680"/>
            <a:ext cx="2171065" cy="30670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lvl="0" algn="ctr">
              <a:buNone/>
            </a:pPr>
            <a:r>
              <a:rPr sz="1400">
                <a:latin typeface="微软雅黑"/>
                <a:ea typeface="微软雅黑"/>
                <a:cs typeface="微软雅黑"/>
              </a:rPr>
              <a:t>原始工作票样本</a:t>
            </a:r>
            <a:endParaRPr sz="1400">
              <a:latin typeface="微软雅黑"/>
              <a:ea typeface="微软雅黑"/>
              <a:cs typeface="微软雅黑"/>
            </a:endParaRPr>
          </a:p>
        </p:txBody>
      </p:sp>
      <p:sp>
        <p:nvSpPr>
          <p:cNvPr id="9" name="矩形 8">
            <a:extLst xmlns:a="http://schemas.openxmlformats.org/drawingml/2006/main">
              <a:ext uri="{FF2B5EF4-FFF2-40B4-BE49-F238E27FC236}">
                <a16:creationId xmlns:a16="http://schemas.microsoft.com/office/drawing/2014/main" id="{990A00BE-BF66-405F-881A-01A4EE5B04D4}"/>
              </a:ext>
            </a:extLst>
          </p:cNvPr>
          <p:cNvSpPr>
            <a:spLocks xmlns:a="http://schemas.openxmlformats.org/drawingml/2006/main" noGrp="1"/>
          </p:cNvSpPr>
          <p:nvPr/>
        </p:nvSpPr>
        <p:spPr>
          <a:xfrm xmlns:a="http://schemas.openxmlformats.org/drawingml/2006/main">
            <a:off x="5712192" y="4799368"/>
            <a:ext cx="3231654" cy="30670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lvl="0" algn="ctr">
              <a:buClrTx/>
              <a:buSzTx/>
              <a:buFontTx/>
              <a:buNone/>
            </a:pPr>
            <a:r>
              <a:rPr sz="1400">
                <a:latin typeface="微软雅黑"/>
                <a:ea typeface="微软雅黑"/>
                <a:cs typeface="微软雅黑"/>
              </a:rPr>
              <a:t>证据约束抽取框架</a:t>
            </a:r>
            <a:endParaRPr sz="1400">
              <a:latin typeface="微软雅黑"/>
              <a:ea typeface="微软雅黑"/>
              <a:cs typeface="微软雅黑"/>
            </a:endParaRPr>
          </a:p>
        </p:txBody>
      </p:sp>
      <p:pic>
        <p:nvPicPr>
          <p:cNvPr id="39" name="图片 17"/>
          <p:cNvPicPr>
            <a:picLocks xmlns:a="http://schemas.openxmlformats.org/drawingml/2006/main" noChangeAspect="1"/>
          </p:cNvPicPr>
          <p:nvPr/>
        </p:nvPicPr>
        <p:blipFill>
          <a:blip xmlns:r="http://schemas.openxmlformats.org/officeDocument/2006/relationships" xmlns:a="http://schemas.openxmlformats.org/drawingml/2006/main" r:embed="R83be0827dded4b88"/>
          <a:srcRect xmlns:a="http://schemas.openxmlformats.org/drawingml/2006/main" l="0" t="0" r="0" b="0"/>
          <a:stretch xmlns:a="http://schemas.openxmlformats.org/drawingml/2006/main">
            <a:fillRect l="0" t="0" r="0" b="0"/>
          </a:stretch>
        </p:blipFill>
        <p:spPr>
          <a:xfrm xmlns:a="http://schemas.openxmlformats.org/drawingml/2006/main" flipH="0" flipV="0">
            <a:off x="6202045" y="3011805"/>
            <a:ext cx="2346960" cy="1719580"/>
          </a:xfrm>
          <a:prstGeom xmlns:a="http://schemas.openxmlformats.org/drawingml/2006/main" prst="rect">
            <a:avLst/>
          </a:prstGeom>
        </p:spPr>
      </p:pic>
      <p:pic>
        <p:nvPicPr>
          <p:cNvPr id="40" name="图片 9"/>
          <p:cNvPicPr>
            <a:picLocks xmlns:a="http://schemas.openxmlformats.org/drawingml/2006/main" noChangeAspect="1"/>
          </p:cNvPicPr>
          <p:nvPr/>
        </p:nvPicPr>
        <p:blipFill>
          <a:blip xmlns:r="http://schemas.openxmlformats.org/officeDocument/2006/relationships" xmlns:a="http://schemas.openxmlformats.org/drawingml/2006/main" r:embed="R462efff31e094270"/>
          <a:srcRect xmlns:a="http://schemas.openxmlformats.org/drawingml/2006/main" l="0" t="0" r="0" b="0"/>
          <a:stretch xmlns:a="http://schemas.openxmlformats.org/drawingml/2006/main">
            <a:fillRect l="0" t="0" r="0" b="0"/>
          </a:stretch>
        </p:blipFill>
        <p:spPr>
          <a:xfrm xmlns:a="http://schemas.openxmlformats.org/drawingml/2006/main" flipH="0" flipV="0">
            <a:off x="4045585" y="2992120"/>
            <a:ext cx="1352550" cy="1739265"/>
          </a:xfrm>
          <a:prstGeom xmlns:a="http://schemas.openxmlformats.org/drawingml/2006/main" prst="rect">
            <a:avLst/>
          </a:prstGeom>
        </p:spPr>
      </p:pic>
    </p:spTree>
    <p:extLst>
      <p:ext uri="{BB962C8B-B14F-4D97-AF65-F5344CB8AC3E}">
        <p14:creationId xmlns:p14="http://schemas.microsoft.com/office/powerpoint/2010/main" val="159652533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5" name="Text Box 4">
            <a:extLst xmlns:a="http://schemas.openxmlformats.org/drawingml/2006/main">
              <a:ext uri="{FF2B5EF4-FFF2-40B4-BE49-F238E27FC236}">
                <a16:creationId xmlns:a16="http://schemas.microsoft.com/office/drawing/2014/main" id="{59CC2DE3-BA6A-4A65-9AB3-9C7DDB788068}"/>
              </a:ext>
            </a:extLst>
          </p:cNvPr>
          <p:cNvSpPr>
            <a:spLocks xmlns:a="http://schemas.openxmlformats.org/drawingml/2006/main" noGrp="1"/>
          </p:cNvSpPr>
          <p:nvPr/>
        </p:nvSpPr>
        <p:spPr>
          <a:xfrm xmlns:a="http://schemas.openxmlformats.org/drawingml/2006/main">
            <a:off x="415979" y="620668"/>
            <a:ext cx="8712969" cy="460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nchor="t">
            <a:spAutoFit/>
          </a:bodyPr>
          <a:lstStyle xmlns:a="http://schemas.openxmlformats.org/drawingml/2006/main">
            <a:lvl1pPr marL="306070" indent="-306070" defTabSz="457200">
              <a:lnSpc>
                <a:spcPct val="120000"/>
              </a:lnSpc>
              <a:spcBef>
                <a:spcPct val="20000"/>
              </a:spcBef>
              <a:spcAft>
                <a:spcPts val="600"/>
              </a:spcAft>
              <a:buClr>
                <a:schemeClr val="tx1"/>
              </a:buClr>
              <a:buSzPct val="92000"/>
              <a:buFont typeface="Wingdings"/>
              <a:buChar char="n"/>
              <a:defRPr b="1" kern="100">
                <a:latin typeface="+mj-ea"/>
                <a:ea typeface="+mj-ea"/>
                <a:cs typeface="+mj-ea"/>
              </a:defRPr>
            </a:lvl1pPr>
          </a:lstStyle>
          <a:p xmlns:a="http://schemas.openxmlformats.org/drawingml/2006/main">
            <a:r>
              <a:rPr sz="2000"/>
              <a:t>设备—地点—摄像头关联已形成初步实现</a:t>
            </a:r>
            <a:endParaRPr sz="2000"/>
          </a:p>
        </p:txBody>
      </p:sp>
      <p:sp>
        <p:nvSpPr>
          <p:cNvPr id="6" name="矩形 5">
            <a:extLst xmlns:a="http://schemas.openxmlformats.org/drawingml/2006/main">
              <a:ext uri="{FF2B5EF4-FFF2-40B4-BE49-F238E27FC236}">
                <a16:creationId xmlns:a16="http://schemas.microsoft.com/office/drawing/2014/main" id="{EE5F3755-3550-4FC9-BE4F-8D572D91AD72}"/>
              </a:ext>
            </a:extLst>
          </p:cNvPr>
          <p:cNvSpPr>
            <a:spLocks xmlns:a="http://schemas.openxmlformats.org/drawingml/2006/main" noGrp="1"/>
          </p:cNvSpPr>
          <p:nvPr/>
        </p:nvSpPr>
        <p:spPr>
          <a:xfrm xmlns:a="http://schemas.openxmlformats.org/drawingml/2006/main">
            <a:off x="477324" y="987574"/>
            <a:ext cx="8208912" cy="2330450"/>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lgn="just">
              <a:lnSpc>
                <a:spcPct val="150000"/>
              </a:lnSpc>
              <a:spcAft>
                <a:spcPts val="0"/>
              </a:spcAft>
              <a:buNone/>
            </a:pPr>
            <a:r>
              <a:rPr>
                <a:latin typeface="微软雅黑"/>
                <a:ea typeface="微软雅黑"/>
                <a:cs typeface="微软雅黑"/>
              </a:rPr>
              <a:t>已建立Ticket、Entity、Device、Location、Camera等图谱对象及LOCATED_AT、COVERS、PART_OF等关系；通过设备名称标准化和编码匹配，将工作票中的设备/地点与监控资源建立映射。当前处于主流程集成与系统验证阶段，下一步重点验证关联精度与视频查询闭环。</a:t>
            </a:r>
            <a:endParaRPr sz="1800" b="1" kern="100"/>
          </a:p>
        </p:txBody>
      </p:sp>
      <p:sp>
        <p:nvSpPr>
          <p:cNvPr id="3" name="Rectangle 140">
            <a:extLst xmlns:a="http://schemas.openxmlformats.org/drawingml/2006/main">
              <a:ext uri="{FF2B5EF4-FFF2-40B4-BE49-F238E27FC236}">
                <a16:creationId xmlns:a16="http://schemas.microsoft.com/office/drawing/2014/main" id="{1306F15E-EBA7-44CE-88CB-486021F4BA31}"/>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a:p>
        </p:txBody>
      </p:sp>
      <p:pic>
        <p:nvPicPr>
          <p:cNvPr id="33" name="Picture 2"/>
          <p:cNvPicPr>
            <a:picLocks xmlns:a="http://schemas.openxmlformats.org/drawingml/2006/main" noChangeAspect="1"/>
          </p:cNvPicPr>
          <p:nvPr/>
        </p:nvPicPr>
        <p:blipFill>
          <a:blip xmlns:r="http://schemas.openxmlformats.org/officeDocument/2006/relationships" xmlns:a="http://schemas.openxmlformats.org/drawingml/2006/main" r:embed="Rcbe58e9528694314"/>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7" name="矩形 6">
            <a:extLst xmlns:a="http://schemas.openxmlformats.org/drawingml/2006/main">
              <a:ext uri="{FF2B5EF4-FFF2-40B4-BE49-F238E27FC236}">
                <a16:creationId xmlns:a16="http://schemas.microsoft.com/office/drawing/2014/main" id="{0948B75E-311E-47E8-BCF3-6A35FAAD4996}"/>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a:spAutoFit/>
          </a:bodyPr>
          <a:lstStyle xmlns:a="http://schemas.openxmlformats.org/drawingml/2006/main"/>
          <a:p xmlns:a="http://schemas.openxmlformats.org/drawingml/2006/main">
            <a:pPr lvl="0" defTabSz="913765">
              <a:buNone/>
            </a:pPr>
            <a:r>
              <a:rPr sz="2400" b="1">
                <a:latin typeface="微软雅黑"/>
                <a:ea typeface="微软雅黑"/>
                <a:cs typeface="微软雅黑"/>
              </a:rPr>
              <a:t>二、技术与成果</a:t>
            </a:r>
            <a:endParaRPr sz="2400" b="1">
              <a:latin typeface="微软雅黑"/>
              <a:ea typeface="微软雅黑"/>
              <a:cs typeface="微软雅黑"/>
            </a:endParaRPr>
          </a:p>
        </p:txBody>
      </p:sp>
      <p:sp>
        <p:nvSpPr>
          <p:cNvPr id="14" name="矩形 13">
            <a:extLst xmlns:a="http://schemas.openxmlformats.org/drawingml/2006/main">
              <a:ext uri="{FF2B5EF4-FFF2-40B4-BE49-F238E27FC236}">
                <a16:creationId xmlns:a16="http://schemas.microsoft.com/office/drawing/2014/main" id="{C1652ACB-1FCD-4BF2-914C-61F3974B4BF0}"/>
              </a:ext>
            </a:extLst>
          </p:cNvPr>
          <p:cNvSpPr>
            <a:spLocks xmlns:a="http://schemas.openxmlformats.org/drawingml/2006/main" noGrp="1"/>
          </p:cNvSpPr>
          <p:nvPr/>
        </p:nvSpPr>
        <p:spPr>
          <a:xfrm xmlns:a="http://schemas.openxmlformats.org/drawingml/2006/main">
            <a:off x="219114" y="4804492"/>
            <a:ext cx="3231654" cy="30670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lvl="0" algn="ctr">
              <a:buNone/>
            </a:pPr>
            <a:r>
              <a:rPr sz="1400">
                <a:latin typeface="微软雅黑"/>
                <a:ea typeface="微软雅黑"/>
                <a:cs typeface="微软雅黑"/>
              </a:rPr>
              <a:t>设备/地点语义标准化</a:t>
            </a:r>
            <a:endParaRPr sz="1400">
              <a:latin typeface="微软雅黑"/>
              <a:ea typeface="微软雅黑"/>
              <a:cs typeface="微软雅黑"/>
            </a:endParaRPr>
          </a:p>
        </p:txBody>
      </p:sp>
      <p:sp>
        <p:nvSpPr>
          <p:cNvPr id="15" name="矩形 14">
            <a:extLst xmlns:a="http://schemas.openxmlformats.org/drawingml/2006/main">
              <a:ext uri="{FF2B5EF4-FFF2-40B4-BE49-F238E27FC236}">
                <a16:creationId xmlns:a16="http://schemas.microsoft.com/office/drawing/2014/main" id="{67FFF7B2-8097-4019-8B25-1833B5474DA2}"/>
              </a:ext>
            </a:extLst>
          </p:cNvPr>
          <p:cNvSpPr>
            <a:spLocks xmlns:a="http://schemas.openxmlformats.org/drawingml/2006/main" noGrp="1"/>
          </p:cNvSpPr>
          <p:nvPr/>
        </p:nvSpPr>
        <p:spPr>
          <a:xfrm xmlns:a="http://schemas.openxmlformats.org/drawingml/2006/main">
            <a:off x="3203575" y="4804410"/>
            <a:ext cx="2837180" cy="30670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lvl="0" algn="ctr">
              <a:buNone/>
            </a:pPr>
            <a:r>
              <a:rPr sz="1400">
                <a:latin typeface="微软雅黑"/>
                <a:ea typeface="微软雅黑"/>
                <a:cs typeface="微软雅黑"/>
              </a:rPr>
              <a:t>票据—监控资源映射</a:t>
            </a:r>
            <a:endParaRPr sz="1400">
              <a:latin typeface="微软雅黑"/>
              <a:ea typeface="微软雅黑"/>
              <a:cs typeface="微软雅黑"/>
            </a:endParaRPr>
          </a:p>
        </p:txBody>
      </p:sp>
      <p:sp>
        <p:nvSpPr>
          <p:cNvPr id="17" name="矩形 16">
            <a:extLst xmlns:a="http://schemas.openxmlformats.org/drawingml/2006/main">
              <a:ext uri="{FF2B5EF4-FFF2-40B4-BE49-F238E27FC236}">
                <a16:creationId xmlns:a16="http://schemas.microsoft.com/office/drawing/2014/main" id="{CCF3BDD0-9A5C-4803-B8C4-EB50DD03A0DA}"/>
              </a:ext>
            </a:extLst>
          </p:cNvPr>
          <p:cNvSpPr>
            <a:spLocks xmlns:a="http://schemas.openxmlformats.org/drawingml/2006/main" noGrp="1"/>
          </p:cNvSpPr>
          <p:nvPr/>
        </p:nvSpPr>
        <p:spPr>
          <a:xfrm xmlns:a="http://schemas.openxmlformats.org/drawingml/2006/main">
            <a:off x="5867767" y="4772698"/>
            <a:ext cx="3231654" cy="30670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lvl="0" algn="ctr">
              <a:buClrTx/>
              <a:buSzTx/>
              <a:buFontTx/>
              <a:buNone/>
            </a:pPr>
            <a:r>
              <a:rPr sz="1400">
                <a:latin typeface="+mj-ea"/>
                <a:ea typeface="+mj-ea"/>
                <a:cs typeface="+mj-ea"/>
              </a:rPr>
              <a:t>关联与检索闭环</a:t>
            </a:r>
            <a:endParaRPr sz="1400" kern="100">
              <a:latin typeface="+mj-ea"/>
              <a:ea typeface="+mj-ea"/>
              <a:cs typeface="+mj-ea"/>
            </a:endParaRPr>
          </a:p>
        </p:txBody>
      </p:sp>
      <p:pic>
        <p:nvPicPr>
          <p:cNvPr id="38" name="picture 112"/>
          <p:cNvPicPr>
            <a:picLocks xmlns:a="http://schemas.openxmlformats.org/drawingml/2006/main" noChangeAspect="1"/>
          </p:cNvPicPr>
          <p:nvPr/>
        </p:nvPicPr>
        <p:blipFill>
          <a:blip xmlns:r="http://schemas.openxmlformats.org/officeDocument/2006/relationships" xmlns:a="http://schemas.openxmlformats.org/drawingml/2006/main" r:embed="R389e60e2bb3a419a"/>
          <a:srcRect xmlns:a="http://schemas.openxmlformats.org/drawingml/2006/main" l="5893" t="0" r="5893" b="0"/>
          <a:stretch xmlns:a="http://schemas.openxmlformats.org/drawingml/2006/main">
            <a:fillRect l="0" t="0" r="0" b="0"/>
          </a:stretch>
        </p:blipFill>
        <p:spPr>
          <a:xfrm xmlns:a="http://schemas.openxmlformats.org/drawingml/2006/main" rot="21600000">
            <a:off x="581660" y="3065780"/>
            <a:ext cx="2382520" cy="1706880"/>
          </a:xfrm>
          <a:prstGeom xmlns:a="http://schemas.openxmlformats.org/drawingml/2006/main" prst="rect">
            <a:avLst/>
          </a:prstGeom>
        </p:spPr>
      </p:pic>
      <p:pic>
        <p:nvPicPr>
          <p:cNvPr id="39" name="图片 7"/>
          <p:cNvPicPr>
            <a:picLocks xmlns:a="http://schemas.openxmlformats.org/drawingml/2006/main" noChangeAspect="1"/>
          </p:cNvPicPr>
          <p:nvPr/>
        </p:nvPicPr>
        <p:blipFill>
          <a:blip xmlns:r="http://schemas.openxmlformats.org/officeDocument/2006/relationships" xmlns:a="http://schemas.openxmlformats.org/drawingml/2006/main" r:embed="R19fad8555bb24c52"/>
          <a:stretch xmlns:a="http://schemas.openxmlformats.org/drawingml/2006/main">
            <a:fillRect l="0" t="0" r="0" b="0"/>
          </a:stretch>
        </p:blipFill>
        <p:spPr>
          <a:xfrm xmlns:a="http://schemas.openxmlformats.org/drawingml/2006/main">
            <a:off x="3491865" y="3068320"/>
            <a:ext cx="2212340" cy="1704975"/>
          </a:xfrm>
          <a:prstGeom xmlns:a="http://schemas.openxmlformats.org/drawingml/2006/main" prst="rect">
            <a:avLst/>
          </a:prstGeom>
        </p:spPr>
      </p:pic>
      <p:pic>
        <p:nvPicPr>
          <p:cNvPr id="40" name="图片 8"/>
          <p:cNvPicPr>
            <a:picLocks xmlns:a="http://schemas.openxmlformats.org/drawingml/2006/main" noChangeAspect="1"/>
          </p:cNvPicPr>
          <p:nvPr/>
        </p:nvPicPr>
        <p:blipFill>
          <a:blip xmlns:r="http://schemas.openxmlformats.org/officeDocument/2006/relationships" xmlns:a="http://schemas.openxmlformats.org/drawingml/2006/main" r:embed="R509d30939ab94163"/>
          <a:stretch xmlns:a="http://schemas.openxmlformats.org/drawingml/2006/main">
            <a:fillRect l="0" t="0" r="0" b="0"/>
          </a:stretch>
        </p:blipFill>
        <p:spPr>
          <a:xfrm xmlns:a="http://schemas.openxmlformats.org/drawingml/2006/main">
            <a:off x="6228080" y="3065780"/>
            <a:ext cx="2236470" cy="1706245"/>
          </a:xfrm>
          <a:prstGeom xmlns:a="http://schemas.openxmlformats.org/drawingml/2006/main" prst="rect">
            <a:avLst/>
          </a:prstGeom>
        </p:spPr>
      </p:pic>
    </p:spTree>
    <p:extLst>
      <p:ext uri="{BB962C8B-B14F-4D97-AF65-F5344CB8AC3E}">
        <p14:creationId xmlns:p14="http://schemas.microsoft.com/office/powerpoint/2010/main" val="6013377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5" name="Text Box 4">
            <a:extLst xmlns:a="http://schemas.openxmlformats.org/drawingml/2006/main">
              <a:ext uri="{FF2B5EF4-FFF2-40B4-BE49-F238E27FC236}">
                <a16:creationId xmlns:a16="http://schemas.microsoft.com/office/drawing/2014/main" id="{79485067-26B0-4442-BC85-766998CAB418}"/>
              </a:ext>
            </a:extLst>
          </p:cNvPr>
          <p:cNvSpPr>
            <a:spLocks xmlns:a="http://schemas.openxmlformats.org/drawingml/2006/main" noGrp="1"/>
          </p:cNvSpPr>
          <p:nvPr/>
        </p:nvSpPr>
        <p:spPr>
          <a:xfrm xmlns:a="http://schemas.openxmlformats.org/drawingml/2006/main">
            <a:off x="415979" y="620668"/>
            <a:ext cx="8712969" cy="968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nchor="t">
            <a:spAutoFit/>
          </a:bodyPr>
          <a:lstStyle xmlns:a="http://schemas.openxmlformats.org/drawingml/2006/main">
            <a:lvl1pPr marL="306070" indent="-306070" defTabSz="457200">
              <a:lnSpc>
                <a:spcPct val="120000"/>
              </a:lnSpc>
              <a:spcBef>
                <a:spcPct val="20000"/>
              </a:spcBef>
              <a:spcAft>
                <a:spcPts val="600"/>
              </a:spcAft>
              <a:buClr>
                <a:schemeClr val="tx1"/>
              </a:buClr>
              <a:buSzPct val="92000"/>
              <a:buFont typeface="Wingdings"/>
              <a:buChar char="n"/>
              <a:defRPr b="1" kern="100">
                <a:latin typeface="+mj-ea"/>
                <a:ea typeface="+mj-ea"/>
                <a:cs typeface="+mj-ea"/>
              </a:defRPr>
            </a:lvl1pPr>
          </a:lstStyle>
          <a:p xmlns:a="http://schemas.openxmlformats.org/drawingml/2006/main">
            <a:r>
              <a:rPr sz="2000"/>
              <a:t>当前系统已具备可演示、可观测、可追溯的工程形态</a:t>
            </a:r>
            <a:endParaRPr sz="2000" b="1" kern="100">
              <a:solidFill>
                <a:srgbClr val="000000"/>
              </a:solidFill>
              <a:latin typeface="+mj-ea"/>
              <a:ea typeface="+mj-ea"/>
              <a:cs typeface="+mj-ea"/>
            </a:endParaRPr>
          </a:p>
        </p:txBody>
      </p:sp>
      <p:sp>
        <p:nvSpPr>
          <p:cNvPr id="6" name="矩形 5">
            <a:extLst xmlns:a="http://schemas.openxmlformats.org/drawingml/2006/main">
              <a:ext uri="{FF2B5EF4-FFF2-40B4-BE49-F238E27FC236}">
                <a16:creationId xmlns:a16="http://schemas.microsoft.com/office/drawing/2014/main" id="{D3D8C96A-67C3-4172-9812-9D0BE25F0977}"/>
              </a:ext>
            </a:extLst>
          </p:cNvPr>
          <p:cNvSpPr>
            <a:spLocks xmlns:a="http://schemas.openxmlformats.org/drawingml/2006/main" noGrp="1"/>
          </p:cNvSpPr>
          <p:nvPr/>
        </p:nvSpPr>
        <p:spPr>
          <a:xfrm xmlns:a="http://schemas.openxmlformats.org/drawingml/2006/main">
            <a:off x="477324" y="1091862"/>
            <a:ext cx="8208912" cy="190055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lgn="just">
              <a:lnSpc>
                <a:spcPct val="120000"/>
              </a:lnSpc>
              <a:spcAft>
                <a:spcPts val="0"/>
              </a:spcAft>
              <a:buNone/>
            </a:pPr>
            <a:r>
              <a:rPr>
                <a:latin typeface="+mj-ea"/>
                <a:ea typeface="+mj-ea"/>
                <a:cs typeface="+mj-ea"/>
              </a:rPr>
              <a:t>后端采用FastAPI封装结构化识别与多模态直传接口；前端通过SSE展示上传、OCR、首字返回、模型生成和总耗时。任务自动留存识别文本、结构化结果、可视化文件、模型输出与耗时，形成完整运行证据链。</a:t>
            </a:r>
            <a:endParaRPr sz="1800" b="1" kern="100"/>
          </a:p>
        </p:txBody>
      </p:sp>
      <p:sp>
        <p:nvSpPr>
          <p:cNvPr id="3" name="Rectangle 140">
            <a:extLst xmlns:a="http://schemas.openxmlformats.org/drawingml/2006/main">
              <a:ext uri="{FF2B5EF4-FFF2-40B4-BE49-F238E27FC236}">
                <a16:creationId xmlns:a16="http://schemas.microsoft.com/office/drawing/2014/main" id="{7CBB0FE9-3941-4756-8633-B6615FB5D19B}"/>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a:p>
        </p:txBody>
      </p:sp>
      <p:pic>
        <p:nvPicPr>
          <p:cNvPr id="33" name="Picture 2"/>
          <p:cNvPicPr>
            <a:picLocks xmlns:a="http://schemas.openxmlformats.org/drawingml/2006/main" noChangeAspect="1"/>
          </p:cNvPicPr>
          <p:nvPr/>
        </p:nvPicPr>
        <p:blipFill>
          <a:blip xmlns:r="http://schemas.openxmlformats.org/officeDocument/2006/relationships" xmlns:a="http://schemas.openxmlformats.org/drawingml/2006/main" r:embed="Re43417d0ad304c00"/>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7" name="矩形 6">
            <a:extLst xmlns:a="http://schemas.openxmlformats.org/drawingml/2006/main">
              <a:ext uri="{FF2B5EF4-FFF2-40B4-BE49-F238E27FC236}">
                <a16:creationId xmlns:a16="http://schemas.microsoft.com/office/drawing/2014/main" id="{D8B20382-D664-42F8-90F0-2A9418FF9FAD}"/>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a:spAutoFit/>
          </a:bodyPr>
          <a:lstStyle xmlns:a="http://schemas.openxmlformats.org/drawingml/2006/main"/>
          <a:p xmlns:a="http://schemas.openxmlformats.org/drawingml/2006/main">
            <a:pPr lvl="0" defTabSz="913765">
              <a:buNone/>
            </a:pPr>
            <a:r>
              <a:rPr sz="2400" b="1">
                <a:latin typeface="微软雅黑"/>
                <a:ea typeface="微软雅黑"/>
                <a:cs typeface="微软雅黑"/>
              </a:rPr>
              <a:t>二、技术与成果</a:t>
            </a:r>
            <a:endParaRPr sz="2400" b="1">
              <a:latin typeface="微软雅黑"/>
              <a:ea typeface="微软雅黑"/>
              <a:cs typeface="微软雅黑"/>
            </a:endParaRPr>
          </a:p>
        </p:txBody>
      </p:sp>
      <p:pic>
        <p:nvPicPr>
          <p:cNvPr id="35" name="图片 3"/>
          <p:cNvPicPr>
            <a:picLocks xmlns:a="http://schemas.openxmlformats.org/drawingml/2006/main" noChangeAspect="1"/>
          </p:cNvPicPr>
          <p:nvPr/>
        </p:nvPicPr>
        <p:blipFill>
          <a:blip xmlns:r="http://schemas.openxmlformats.org/officeDocument/2006/relationships" xmlns:a="http://schemas.openxmlformats.org/drawingml/2006/main" r:embed="R8cb298452dfb48f2"/>
          <a:srcRect xmlns:a="http://schemas.openxmlformats.org/drawingml/2006/main" l="0" t="0" r="0" b="0"/>
          <a:stretch xmlns:a="http://schemas.openxmlformats.org/drawingml/2006/main">
            <a:fillRect l="0" t="0" r="0" b="0"/>
          </a:stretch>
        </p:blipFill>
        <p:spPr>
          <a:xfrm xmlns:a="http://schemas.openxmlformats.org/drawingml/2006/main" flipH="0" flipV="0">
            <a:off x="755650" y="3011805"/>
            <a:ext cx="2466975" cy="1719580"/>
          </a:xfrm>
          <a:prstGeom xmlns:a="http://schemas.openxmlformats.org/drawingml/2006/main" prst="rect">
            <a:avLst/>
          </a:prstGeom>
        </p:spPr>
      </p:pic>
      <p:sp>
        <p:nvSpPr>
          <p:cNvPr id="5" name="矩形 4">
            <a:extLst xmlns:a="http://schemas.openxmlformats.org/drawingml/2006/main">
              <a:ext uri="{FF2B5EF4-FFF2-40B4-BE49-F238E27FC236}">
                <a16:creationId xmlns:a16="http://schemas.microsoft.com/office/drawing/2014/main" id="{57F65C1F-6A44-4ED3-8EEA-3B2E040D8692}"/>
              </a:ext>
            </a:extLst>
          </p:cNvPr>
          <p:cNvSpPr>
            <a:spLocks xmlns:a="http://schemas.openxmlformats.org/drawingml/2006/main" noGrp="1"/>
          </p:cNvSpPr>
          <p:nvPr/>
        </p:nvSpPr>
        <p:spPr>
          <a:xfrm xmlns:a="http://schemas.openxmlformats.org/drawingml/2006/main">
            <a:off x="3497580" y="4799330"/>
            <a:ext cx="2418715" cy="30670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lvl="0" algn="ctr">
              <a:buNone/>
            </a:pPr>
            <a:r>
              <a:rPr sz="1400">
                <a:latin typeface="微软雅黑"/>
                <a:ea typeface="微软雅黑"/>
                <a:cs typeface="微软雅黑"/>
              </a:rPr>
              <a:t>五类运行指标</a:t>
            </a:r>
            <a:endParaRPr sz="1400">
              <a:latin typeface="微软雅黑"/>
              <a:ea typeface="微软雅黑"/>
              <a:cs typeface="微软雅黑"/>
            </a:endParaRPr>
          </a:p>
        </p:txBody>
      </p:sp>
      <p:sp>
        <p:nvSpPr>
          <p:cNvPr id="8" name="矩形 7">
            <a:extLst xmlns:a="http://schemas.openxmlformats.org/drawingml/2006/main">
              <a:ext uri="{FF2B5EF4-FFF2-40B4-BE49-F238E27FC236}">
                <a16:creationId xmlns:a16="http://schemas.microsoft.com/office/drawing/2014/main" id="{183D6FA1-F40E-4189-AC3D-16D84E861247}"/>
              </a:ext>
            </a:extLst>
          </p:cNvPr>
          <p:cNvSpPr>
            <a:spLocks xmlns:a="http://schemas.openxmlformats.org/drawingml/2006/main" noGrp="1"/>
          </p:cNvSpPr>
          <p:nvPr/>
        </p:nvSpPr>
        <p:spPr>
          <a:xfrm xmlns:a="http://schemas.openxmlformats.org/drawingml/2006/main">
            <a:off x="899795" y="4805680"/>
            <a:ext cx="2171065" cy="30670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lvl="0" algn="ctr">
              <a:buNone/>
            </a:pPr>
            <a:r>
              <a:rPr sz="1400">
                <a:latin typeface="微软雅黑"/>
                <a:ea typeface="微软雅黑"/>
                <a:cs typeface="微软雅黑"/>
              </a:rPr>
              <a:t>双模式识别入口</a:t>
            </a:r>
            <a:endParaRPr sz="1400">
              <a:latin typeface="微软雅黑"/>
              <a:ea typeface="微软雅黑"/>
              <a:cs typeface="微软雅黑"/>
            </a:endParaRPr>
          </a:p>
        </p:txBody>
      </p:sp>
      <p:sp>
        <p:nvSpPr>
          <p:cNvPr id="9" name="矩形 8">
            <a:extLst xmlns:a="http://schemas.openxmlformats.org/drawingml/2006/main">
              <a:ext uri="{FF2B5EF4-FFF2-40B4-BE49-F238E27FC236}">
                <a16:creationId xmlns:a16="http://schemas.microsoft.com/office/drawing/2014/main" id="{990A00BE-BF66-405F-881A-01A4EE5B04D4}"/>
              </a:ext>
            </a:extLst>
          </p:cNvPr>
          <p:cNvSpPr>
            <a:spLocks xmlns:a="http://schemas.openxmlformats.org/drawingml/2006/main" noGrp="1"/>
          </p:cNvSpPr>
          <p:nvPr/>
        </p:nvSpPr>
        <p:spPr>
          <a:xfrm xmlns:a="http://schemas.openxmlformats.org/drawingml/2006/main">
            <a:off x="5712192" y="4799368"/>
            <a:ext cx="3231654" cy="30670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lvl="0" algn="ctr">
              <a:buClrTx/>
              <a:buSzTx/>
              <a:buFontTx/>
              <a:buNone/>
            </a:pPr>
            <a:r>
              <a:rPr sz="1400">
                <a:latin typeface="微软雅黑"/>
                <a:ea typeface="微软雅黑"/>
                <a:cs typeface="微软雅黑"/>
              </a:rPr>
              <a:t>全过程结果留痕</a:t>
            </a:r>
            <a:endParaRPr sz="1400">
              <a:latin typeface="微软雅黑"/>
              <a:ea typeface="微软雅黑"/>
              <a:cs typeface="微软雅黑"/>
            </a:endParaRPr>
          </a:p>
        </p:txBody>
      </p:sp>
      <p:pic>
        <p:nvPicPr>
          <p:cNvPr id="39" name="图片 17"/>
          <p:cNvPicPr>
            <a:picLocks xmlns:a="http://schemas.openxmlformats.org/drawingml/2006/main" noChangeAspect="1"/>
          </p:cNvPicPr>
          <p:nvPr/>
        </p:nvPicPr>
        <p:blipFill>
          <a:blip xmlns:r="http://schemas.openxmlformats.org/officeDocument/2006/relationships" xmlns:a="http://schemas.openxmlformats.org/drawingml/2006/main" r:embed="R5ae5476e9aed4c96"/>
          <a:srcRect xmlns:a="http://schemas.openxmlformats.org/drawingml/2006/main" l="0" t="0" r="0" b="0"/>
          <a:stretch xmlns:a="http://schemas.openxmlformats.org/drawingml/2006/main">
            <a:fillRect l="0" t="0" r="0" b="0"/>
          </a:stretch>
        </p:blipFill>
        <p:spPr>
          <a:xfrm xmlns:a="http://schemas.openxmlformats.org/drawingml/2006/main" flipH="0" flipV="0">
            <a:off x="6202045" y="3011805"/>
            <a:ext cx="2346960" cy="1719580"/>
          </a:xfrm>
          <a:prstGeom xmlns:a="http://schemas.openxmlformats.org/drawingml/2006/main" prst="rect">
            <a:avLst/>
          </a:prstGeom>
        </p:spPr>
      </p:pic>
      <p:pic>
        <p:nvPicPr>
          <p:cNvPr id="40" name="图片 9"/>
          <p:cNvPicPr>
            <a:picLocks xmlns:a="http://schemas.openxmlformats.org/drawingml/2006/main" noChangeAspect="1"/>
          </p:cNvPicPr>
          <p:nvPr/>
        </p:nvPicPr>
        <p:blipFill>
          <a:blip xmlns:r="http://schemas.openxmlformats.org/officeDocument/2006/relationships" xmlns:a="http://schemas.openxmlformats.org/drawingml/2006/main" r:embed="R971f5431478a4536"/>
          <a:srcRect xmlns:a="http://schemas.openxmlformats.org/drawingml/2006/main" l="0" t="0" r="0" b="0"/>
          <a:stretch xmlns:a="http://schemas.openxmlformats.org/drawingml/2006/main">
            <a:fillRect l="0" t="0" r="0" b="0"/>
          </a:stretch>
        </p:blipFill>
        <p:spPr>
          <a:xfrm xmlns:a="http://schemas.openxmlformats.org/drawingml/2006/main" flipH="0" flipV="0">
            <a:off x="4045585" y="2992120"/>
            <a:ext cx="1352550" cy="1739265"/>
          </a:xfrm>
          <a:prstGeom xmlns:a="http://schemas.openxmlformats.org/drawingml/2006/main" prst="rect">
            <a:avLst/>
          </a:prstGeom>
        </p:spPr>
      </p:pic>
    </p:spTree>
    <p:extLst>
      <p:ext uri="{BB962C8B-B14F-4D97-AF65-F5344CB8AC3E}">
        <p14:creationId xmlns:p14="http://schemas.microsoft.com/office/powerpoint/2010/main" val="159652533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5" name="Text Box 4">
            <a:extLst xmlns:a="http://schemas.openxmlformats.org/drawingml/2006/main">
              <a:ext uri="{FF2B5EF4-FFF2-40B4-BE49-F238E27FC236}">
                <a16:creationId xmlns:a16="http://schemas.microsoft.com/office/drawing/2014/main" id="{79485067-26B0-4442-BC85-766998CAB418}"/>
              </a:ext>
            </a:extLst>
          </p:cNvPr>
          <p:cNvSpPr>
            <a:spLocks xmlns:a="http://schemas.openxmlformats.org/drawingml/2006/main" noGrp="1"/>
          </p:cNvSpPr>
          <p:nvPr/>
        </p:nvSpPr>
        <p:spPr>
          <a:xfrm xmlns:a="http://schemas.openxmlformats.org/drawingml/2006/main">
            <a:off x="415979" y="620668"/>
            <a:ext cx="8712969" cy="968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nchor="t">
            <a:spAutoFit/>
          </a:bodyPr>
          <a:lstStyle xmlns:a="http://schemas.openxmlformats.org/drawingml/2006/main">
            <a:lvl1pPr marL="306070" indent="-306070" defTabSz="457200">
              <a:lnSpc>
                <a:spcPct val="120000"/>
              </a:lnSpc>
              <a:spcBef>
                <a:spcPct val="20000"/>
              </a:spcBef>
              <a:spcAft>
                <a:spcPts val="600"/>
              </a:spcAft>
              <a:buClr>
                <a:schemeClr val="tx1"/>
              </a:buClr>
              <a:buSzPct val="92000"/>
              <a:buFont typeface="Wingdings"/>
              <a:buChar char="n"/>
              <a:defRPr b="1" kern="100">
                <a:latin typeface="+mj-ea"/>
                <a:ea typeface="+mj-ea"/>
                <a:cs typeface="+mj-ea"/>
              </a:defRPr>
            </a:lvl1pPr>
          </a:lstStyle>
          <a:p xmlns:a="http://schemas.openxmlformats.org/drawingml/2006/main">
            <a:r>
              <a:rPr sz="2000"/>
              <a:t>实验条件已具备，批量验证是下一关键节点</a:t>
            </a:r>
            <a:endParaRPr sz="2000" b="1" kern="100">
              <a:solidFill>
                <a:srgbClr val="000000"/>
              </a:solidFill>
              <a:latin typeface="+mj-ea"/>
              <a:ea typeface="+mj-ea"/>
              <a:cs typeface="+mj-ea"/>
            </a:endParaRPr>
          </a:p>
        </p:txBody>
      </p:sp>
      <p:sp>
        <p:nvSpPr>
          <p:cNvPr id="6" name="矩形 5">
            <a:extLst xmlns:a="http://schemas.openxmlformats.org/drawingml/2006/main">
              <a:ext uri="{FF2B5EF4-FFF2-40B4-BE49-F238E27FC236}">
                <a16:creationId xmlns:a16="http://schemas.microsoft.com/office/drawing/2014/main" id="{D3D8C96A-67C3-4172-9812-9D0BE25F0977}"/>
              </a:ext>
            </a:extLst>
          </p:cNvPr>
          <p:cNvSpPr>
            <a:spLocks xmlns:a="http://schemas.openxmlformats.org/drawingml/2006/main" noGrp="1"/>
          </p:cNvSpPr>
          <p:nvPr/>
        </p:nvSpPr>
        <p:spPr>
          <a:xfrm xmlns:a="http://schemas.openxmlformats.org/drawingml/2006/main">
            <a:off x="477324" y="1091862"/>
            <a:ext cx="8208912" cy="190055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lgn="just">
              <a:lnSpc>
                <a:spcPct val="120000"/>
              </a:lnSpc>
              <a:spcAft>
                <a:spcPts val="0"/>
              </a:spcAft>
              <a:buNone/>
            </a:pPr>
            <a:r>
              <a:rPr>
                <a:latin typeface="+mj-ea"/>
                <a:ea typeface="+mj-ea"/>
                <a:cs typeface="+mj-ea"/>
              </a:rPr>
              <a:t>已建立100份PDF、100张PNG及配套台账和标准答案，具备单票验证与批量实验条件。模拟样本主要字段综合识别准确率约90%；历史结果预检显示JSON可解析率为100%，固定Schema完全遵循率仍需提升。注：历史预检仅用于定位问题，不作为正式主实验结论。</a:t>
            </a:r>
            <a:endParaRPr sz="1800" b="1" kern="100"/>
          </a:p>
        </p:txBody>
      </p:sp>
      <p:sp>
        <p:nvSpPr>
          <p:cNvPr id="3" name="Rectangle 140">
            <a:extLst xmlns:a="http://schemas.openxmlformats.org/drawingml/2006/main">
              <a:ext uri="{FF2B5EF4-FFF2-40B4-BE49-F238E27FC236}">
                <a16:creationId xmlns:a16="http://schemas.microsoft.com/office/drawing/2014/main" id="{7CBB0FE9-3941-4756-8633-B6615FB5D19B}"/>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a:p>
        </p:txBody>
      </p:sp>
      <p:pic>
        <p:nvPicPr>
          <p:cNvPr id="33" name="Picture 2"/>
          <p:cNvPicPr>
            <a:picLocks xmlns:a="http://schemas.openxmlformats.org/drawingml/2006/main" noChangeAspect="1"/>
          </p:cNvPicPr>
          <p:nvPr/>
        </p:nvPicPr>
        <p:blipFill>
          <a:blip xmlns:r="http://schemas.openxmlformats.org/officeDocument/2006/relationships" xmlns:a="http://schemas.openxmlformats.org/drawingml/2006/main" r:embed="R1aa24d402e304cfa"/>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7" name="矩形 6">
            <a:extLst xmlns:a="http://schemas.openxmlformats.org/drawingml/2006/main">
              <a:ext uri="{FF2B5EF4-FFF2-40B4-BE49-F238E27FC236}">
                <a16:creationId xmlns:a16="http://schemas.microsoft.com/office/drawing/2014/main" id="{D8B20382-D664-42F8-90F0-2A9418FF9FAD}"/>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a:spAutoFit/>
          </a:bodyPr>
          <a:lstStyle xmlns:a="http://schemas.openxmlformats.org/drawingml/2006/main"/>
          <a:p xmlns:a="http://schemas.openxmlformats.org/drawingml/2006/main">
            <a:pPr lvl="0" defTabSz="913765">
              <a:buNone/>
            </a:pPr>
            <a:r>
              <a:rPr sz="2400" b="1">
                <a:latin typeface="微软雅黑"/>
                <a:ea typeface="微软雅黑"/>
                <a:cs typeface="微软雅黑"/>
              </a:rPr>
              <a:t>三、实验与价值</a:t>
            </a:r>
            <a:endParaRPr sz="2400" b="1">
              <a:latin typeface="微软雅黑"/>
              <a:ea typeface="微软雅黑"/>
              <a:cs typeface="微软雅黑"/>
            </a:endParaRPr>
          </a:p>
        </p:txBody>
      </p:sp>
      <p:pic>
        <p:nvPicPr>
          <p:cNvPr id="35" name="图片 3"/>
          <p:cNvPicPr>
            <a:picLocks xmlns:a="http://schemas.openxmlformats.org/drawingml/2006/main" noChangeAspect="1"/>
          </p:cNvPicPr>
          <p:nvPr/>
        </p:nvPicPr>
        <p:blipFill>
          <a:blip xmlns:r="http://schemas.openxmlformats.org/officeDocument/2006/relationships" xmlns:a="http://schemas.openxmlformats.org/drawingml/2006/main" r:embed="R72d214591bbe434d"/>
          <a:srcRect xmlns:a="http://schemas.openxmlformats.org/drawingml/2006/main" l="0" t="0" r="0" b="0"/>
          <a:stretch xmlns:a="http://schemas.openxmlformats.org/drawingml/2006/main">
            <a:fillRect l="0" t="0" r="0" b="0"/>
          </a:stretch>
        </p:blipFill>
        <p:spPr>
          <a:xfrm xmlns:a="http://schemas.openxmlformats.org/drawingml/2006/main" flipH="0" flipV="0">
            <a:off x="755650" y="3011805"/>
            <a:ext cx="2466975" cy="1719580"/>
          </a:xfrm>
          <a:prstGeom xmlns:a="http://schemas.openxmlformats.org/drawingml/2006/main" prst="rect">
            <a:avLst/>
          </a:prstGeom>
        </p:spPr>
      </p:pic>
      <p:sp>
        <p:nvSpPr>
          <p:cNvPr id="5" name="矩形 4">
            <a:extLst xmlns:a="http://schemas.openxmlformats.org/drawingml/2006/main">
              <a:ext uri="{FF2B5EF4-FFF2-40B4-BE49-F238E27FC236}">
                <a16:creationId xmlns:a16="http://schemas.microsoft.com/office/drawing/2014/main" id="{57F65C1F-6A44-4ED3-8EEA-3B2E040D8692}"/>
              </a:ext>
            </a:extLst>
          </p:cNvPr>
          <p:cNvSpPr>
            <a:spLocks xmlns:a="http://schemas.openxmlformats.org/drawingml/2006/main" noGrp="1"/>
          </p:cNvSpPr>
          <p:nvPr/>
        </p:nvSpPr>
        <p:spPr>
          <a:xfrm xmlns:a="http://schemas.openxmlformats.org/drawingml/2006/main">
            <a:off x="3497580" y="4799330"/>
            <a:ext cx="2418715" cy="30670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lvl="0" algn="ctr">
              <a:buNone/>
            </a:pPr>
            <a:r>
              <a:rPr sz="1400">
                <a:latin typeface="微软雅黑"/>
                <a:ea typeface="微软雅黑"/>
                <a:cs typeface="微软雅黑"/>
              </a:rPr>
              <a:t>真实场景示意</a:t>
            </a:r>
            <a:endParaRPr sz="1400">
              <a:latin typeface="微软雅黑"/>
              <a:ea typeface="微软雅黑"/>
              <a:cs typeface="微软雅黑"/>
            </a:endParaRPr>
          </a:p>
        </p:txBody>
      </p:sp>
      <p:sp>
        <p:nvSpPr>
          <p:cNvPr id="8" name="矩形 7">
            <a:extLst xmlns:a="http://schemas.openxmlformats.org/drawingml/2006/main">
              <a:ext uri="{FF2B5EF4-FFF2-40B4-BE49-F238E27FC236}">
                <a16:creationId xmlns:a16="http://schemas.microsoft.com/office/drawing/2014/main" id="{183D6FA1-F40E-4189-AC3D-16D84E861247}"/>
              </a:ext>
            </a:extLst>
          </p:cNvPr>
          <p:cNvSpPr>
            <a:spLocks xmlns:a="http://schemas.openxmlformats.org/drawingml/2006/main" noGrp="1"/>
          </p:cNvSpPr>
          <p:nvPr/>
        </p:nvSpPr>
        <p:spPr>
          <a:xfrm xmlns:a="http://schemas.openxmlformats.org/drawingml/2006/main">
            <a:off x="899795" y="4805680"/>
            <a:ext cx="2171065" cy="30670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lvl="0" algn="ctr">
              <a:buNone/>
            </a:pPr>
            <a:r>
              <a:rPr sz="1400">
                <a:latin typeface="微软雅黑"/>
                <a:ea typeface="微软雅黑"/>
                <a:cs typeface="微软雅黑"/>
              </a:rPr>
              <a:t>版面区域定位</a:t>
            </a:r>
            <a:endParaRPr sz="1400">
              <a:latin typeface="微软雅黑"/>
              <a:ea typeface="微软雅黑"/>
              <a:cs typeface="微软雅黑"/>
            </a:endParaRPr>
          </a:p>
        </p:txBody>
      </p:sp>
      <p:sp>
        <p:nvSpPr>
          <p:cNvPr id="9" name="矩形 8">
            <a:extLst xmlns:a="http://schemas.openxmlformats.org/drawingml/2006/main">
              <a:ext uri="{FF2B5EF4-FFF2-40B4-BE49-F238E27FC236}">
                <a16:creationId xmlns:a16="http://schemas.microsoft.com/office/drawing/2014/main" id="{990A00BE-BF66-405F-881A-01A4EE5B04D4}"/>
              </a:ext>
            </a:extLst>
          </p:cNvPr>
          <p:cNvSpPr>
            <a:spLocks xmlns:a="http://schemas.openxmlformats.org/drawingml/2006/main" noGrp="1"/>
          </p:cNvSpPr>
          <p:nvPr/>
        </p:nvSpPr>
        <p:spPr>
          <a:xfrm xmlns:a="http://schemas.openxmlformats.org/drawingml/2006/main">
            <a:off x="5712192" y="4799368"/>
            <a:ext cx="3231654" cy="30670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lvl="0" algn="ctr">
              <a:buClrTx/>
              <a:buSzTx/>
              <a:buFontTx/>
              <a:buNone/>
            </a:pPr>
            <a:r>
              <a:rPr sz="1400">
                <a:latin typeface="微软雅黑"/>
                <a:ea typeface="微软雅黑"/>
                <a:cs typeface="微软雅黑"/>
              </a:rPr>
              <a:t>历史结果预检</a:t>
            </a:r>
            <a:endParaRPr sz="1400">
              <a:latin typeface="微软雅黑"/>
              <a:ea typeface="微软雅黑"/>
              <a:cs typeface="微软雅黑"/>
            </a:endParaRPr>
          </a:p>
        </p:txBody>
      </p:sp>
      <p:pic>
        <p:nvPicPr>
          <p:cNvPr id="39" name="图片 17"/>
          <p:cNvPicPr>
            <a:picLocks xmlns:a="http://schemas.openxmlformats.org/drawingml/2006/main" noChangeAspect="1"/>
          </p:cNvPicPr>
          <p:nvPr/>
        </p:nvPicPr>
        <p:blipFill>
          <a:blip xmlns:r="http://schemas.openxmlformats.org/officeDocument/2006/relationships" xmlns:a="http://schemas.openxmlformats.org/drawingml/2006/main" r:embed="R419657d2e1944c34"/>
          <a:srcRect xmlns:a="http://schemas.openxmlformats.org/drawingml/2006/main" l="0" t="0" r="0" b="0"/>
          <a:stretch xmlns:a="http://schemas.openxmlformats.org/drawingml/2006/main">
            <a:fillRect l="0" t="0" r="0" b="0"/>
          </a:stretch>
        </p:blipFill>
        <p:spPr>
          <a:xfrm xmlns:a="http://schemas.openxmlformats.org/drawingml/2006/main" flipH="0" flipV="0">
            <a:off x="6202045" y="3011805"/>
            <a:ext cx="2346960" cy="1719580"/>
          </a:xfrm>
          <a:prstGeom xmlns:a="http://schemas.openxmlformats.org/drawingml/2006/main" prst="rect">
            <a:avLst/>
          </a:prstGeom>
        </p:spPr>
      </p:pic>
      <p:pic>
        <p:nvPicPr>
          <p:cNvPr id="40" name="图片 9"/>
          <p:cNvPicPr>
            <a:picLocks xmlns:a="http://schemas.openxmlformats.org/drawingml/2006/main" noChangeAspect="1"/>
          </p:cNvPicPr>
          <p:nvPr/>
        </p:nvPicPr>
        <p:blipFill>
          <a:blip xmlns:r="http://schemas.openxmlformats.org/officeDocument/2006/relationships" xmlns:a="http://schemas.openxmlformats.org/drawingml/2006/main" r:embed="Re5ee54f2d4744b90"/>
          <a:srcRect xmlns:a="http://schemas.openxmlformats.org/drawingml/2006/main" l="0" t="0" r="0" b="0"/>
          <a:stretch xmlns:a="http://schemas.openxmlformats.org/drawingml/2006/main">
            <a:fillRect l="0" t="0" r="0" b="0"/>
          </a:stretch>
        </p:blipFill>
        <p:spPr>
          <a:xfrm xmlns:a="http://schemas.openxmlformats.org/drawingml/2006/main" flipH="0" flipV="0">
            <a:off x="4045585" y="2992120"/>
            <a:ext cx="1352550" cy="1739265"/>
          </a:xfrm>
          <a:prstGeom xmlns:a="http://schemas.openxmlformats.org/drawingml/2006/main" prst="rect">
            <a:avLst/>
          </a:prstGeom>
        </p:spPr>
      </p:pic>
    </p:spTree>
    <p:extLst>
      <p:ext uri="{BB962C8B-B14F-4D97-AF65-F5344CB8AC3E}">
        <p14:creationId xmlns:p14="http://schemas.microsoft.com/office/powerpoint/2010/main" val="159652533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5" name="Text Box 4">
            <a:extLst xmlns:a="http://schemas.openxmlformats.org/drawingml/2006/main">
              <a:ext uri="{FF2B5EF4-FFF2-40B4-BE49-F238E27FC236}">
                <a16:creationId xmlns:a16="http://schemas.microsoft.com/office/drawing/2014/main" id="{79485067-26B0-4442-BC85-766998CAB418}"/>
              </a:ext>
            </a:extLst>
          </p:cNvPr>
          <p:cNvSpPr>
            <a:spLocks xmlns:a="http://schemas.openxmlformats.org/drawingml/2006/main" noGrp="1"/>
          </p:cNvSpPr>
          <p:nvPr/>
        </p:nvSpPr>
        <p:spPr>
          <a:xfrm xmlns:a="http://schemas.openxmlformats.org/drawingml/2006/main">
            <a:off x="415979" y="620668"/>
            <a:ext cx="8712969" cy="968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nchor="t">
            <a:spAutoFit/>
          </a:bodyPr>
          <a:lstStyle xmlns:a="http://schemas.openxmlformats.org/drawingml/2006/main">
            <a:lvl1pPr marL="306070" indent="-306070" defTabSz="457200">
              <a:lnSpc>
                <a:spcPct val="120000"/>
              </a:lnSpc>
              <a:spcBef>
                <a:spcPct val="20000"/>
              </a:spcBef>
              <a:spcAft>
                <a:spcPts val="600"/>
              </a:spcAft>
              <a:buClr>
                <a:schemeClr val="tx1"/>
              </a:buClr>
              <a:buSzPct val="92000"/>
              <a:buFont typeface="Wingdings"/>
              <a:buChar char="n"/>
              <a:defRPr b="1" kern="100">
                <a:latin typeface="+mj-ea"/>
                <a:ea typeface="+mj-ea"/>
                <a:cs typeface="+mj-ea"/>
              </a:defRPr>
            </a:lvl1pPr>
          </a:lstStyle>
          <a:p xmlns:a="http://schemas.openxmlformats.org/drawingml/2006/main">
            <a:r>
              <a:rPr sz="2000"/>
              <a:t>课题2、课题3已完成共性能力储备，仍需真实场景数据</a:t>
            </a:r>
            <a:endParaRPr sz="2000" b="1" kern="100">
              <a:solidFill>
                <a:srgbClr val="000000"/>
              </a:solidFill>
              <a:latin typeface="+mj-ea"/>
              <a:ea typeface="+mj-ea"/>
              <a:cs typeface="+mj-ea"/>
            </a:endParaRPr>
          </a:p>
        </p:txBody>
      </p:sp>
      <p:sp>
        <p:nvSpPr>
          <p:cNvPr id="6" name="矩形 5">
            <a:extLst xmlns:a="http://schemas.openxmlformats.org/drawingml/2006/main">
              <a:ext uri="{FF2B5EF4-FFF2-40B4-BE49-F238E27FC236}">
                <a16:creationId xmlns:a16="http://schemas.microsoft.com/office/drawing/2014/main" id="{D3D8C96A-67C3-4172-9812-9D0BE25F0977}"/>
              </a:ext>
            </a:extLst>
          </p:cNvPr>
          <p:cNvSpPr>
            <a:spLocks xmlns:a="http://schemas.openxmlformats.org/drawingml/2006/main" noGrp="1"/>
          </p:cNvSpPr>
          <p:nvPr/>
        </p:nvSpPr>
        <p:spPr>
          <a:xfrm xmlns:a="http://schemas.openxmlformats.org/drawingml/2006/main">
            <a:off x="477324" y="1091862"/>
            <a:ext cx="8208912" cy="190055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lgn="just">
              <a:lnSpc>
                <a:spcPct val="120000"/>
              </a:lnSpc>
              <a:spcAft>
                <a:spcPts val="0"/>
              </a:spcAft>
              <a:buNone/>
            </a:pPr>
            <a:r>
              <a:rPr>
                <a:latin typeface="+mj-ea"/>
                <a:ea typeface="+mj-ea"/>
                <a:cs typeface="+mj-ea"/>
              </a:rPr>
              <a:t>已具备多模态图片直传、兼容模型调用、流式生成和结果留痕能力，可用于视觉复核与智能体报告。真实违章视频仍不足：先用AI生成样本开展预训练和算法验证，并争取少量真实视频用于微调与独立测试；小人模拟仅验证流程与区域规则。</a:t>
            </a:r>
            <a:endParaRPr sz="1800" b="1" kern="100"/>
          </a:p>
        </p:txBody>
      </p:sp>
      <p:sp>
        <p:nvSpPr>
          <p:cNvPr id="3" name="Rectangle 140">
            <a:extLst xmlns:a="http://schemas.openxmlformats.org/drawingml/2006/main">
              <a:ext uri="{FF2B5EF4-FFF2-40B4-BE49-F238E27FC236}">
                <a16:creationId xmlns:a16="http://schemas.microsoft.com/office/drawing/2014/main" id="{7CBB0FE9-3941-4756-8633-B6615FB5D19B}"/>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a:p>
        </p:txBody>
      </p:sp>
      <p:pic>
        <p:nvPicPr>
          <p:cNvPr id="33" name="Picture 2"/>
          <p:cNvPicPr>
            <a:picLocks xmlns:a="http://schemas.openxmlformats.org/drawingml/2006/main" noChangeAspect="1"/>
          </p:cNvPicPr>
          <p:nvPr/>
        </p:nvPicPr>
        <p:blipFill>
          <a:blip xmlns:r="http://schemas.openxmlformats.org/officeDocument/2006/relationships" xmlns:a="http://schemas.openxmlformats.org/drawingml/2006/main" r:embed="R9792346963bf43f2"/>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7" name="矩形 6">
            <a:extLst xmlns:a="http://schemas.openxmlformats.org/drawingml/2006/main">
              <a:ext uri="{FF2B5EF4-FFF2-40B4-BE49-F238E27FC236}">
                <a16:creationId xmlns:a16="http://schemas.microsoft.com/office/drawing/2014/main" id="{D8B20382-D664-42F8-90F0-2A9418FF9FAD}"/>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a:spAutoFit/>
          </a:bodyPr>
          <a:lstStyle xmlns:a="http://schemas.openxmlformats.org/drawingml/2006/main"/>
          <a:p xmlns:a="http://schemas.openxmlformats.org/drawingml/2006/main">
            <a:pPr lvl="0" defTabSz="913765">
              <a:buNone/>
            </a:pPr>
            <a:r>
              <a:rPr sz="2400" b="1">
                <a:latin typeface="微软雅黑"/>
                <a:ea typeface="微软雅黑"/>
                <a:cs typeface="微软雅黑"/>
              </a:rPr>
              <a:t>三、实验与价值</a:t>
            </a:r>
            <a:endParaRPr sz="2400" b="1">
              <a:latin typeface="微软雅黑"/>
              <a:ea typeface="微软雅黑"/>
              <a:cs typeface="微软雅黑"/>
            </a:endParaRPr>
          </a:p>
        </p:txBody>
      </p:sp>
      <p:pic>
        <p:nvPicPr>
          <p:cNvPr id="35" name="图片 3"/>
          <p:cNvPicPr>
            <a:picLocks xmlns:a="http://schemas.openxmlformats.org/drawingml/2006/main" noChangeAspect="1"/>
          </p:cNvPicPr>
          <p:nvPr/>
        </p:nvPicPr>
        <p:blipFill>
          <a:blip xmlns:r="http://schemas.openxmlformats.org/officeDocument/2006/relationships" xmlns:a="http://schemas.openxmlformats.org/drawingml/2006/main" r:embed="R89e6f5dc81354182"/>
          <a:srcRect xmlns:a="http://schemas.openxmlformats.org/drawingml/2006/main" l="0" t="0" r="0" b="0"/>
          <a:stretch xmlns:a="http://schemas.openxmlformats.org/drawingml/2006/main">
            <a:fillRect l="0" t="0" r="0" b="0"/>
          </a:stretch>
        </p:blipFill>
        <p:spPr>
          <a:xfrm xmlns:a="http://schemas.openxmlformats.org/drawingml/2006/main" flipH="0" flipV="0">
            <a:off x="755650" y="3011805"/>
            <a:ext cx="2466975" cy="1719580"/>
          </a:xfrm>
          <a:prstGeom xmlns:a="http://schemas.openxmlformats.org/drawingml/2006/main" prst="rect">
            <a:avLst/>
          </a:prstGeom>
        </p:spPr>
      </p:pic>
      <p:sp>
        <p:nvSpPr>
          <p:cNvPr id="5" name="矩形 4">
            <a:extLst xmlns:a="http://schemas.openxmlformats.org/drawingml/2006/main">
              <a:ext uri="{FF2B5EF4-FFF2-40B4-BE49-F238E27FC236}">
                <a16:creationId xmlns:a16="http://schemas.microsoft.com/office/drawing/2014/main" id="{57F65C1F-6A44-4ED3-8EEA-3B2E040D8692}"/>
              </a:ext>
            </a:extLst>
          </p:cNvPr>
          <p:cNvSpPr>
            <a:spLocks xmlns:a="http://schemas.openxmlformats.org/drawingml/2006/main" noGrp="1"/>
          </p:cNvSpPr>
          <p:nvPr/>
        </p:nvSpPr>
        <p:spPr>
          <a:xfrm xmlns:a="http://schemas.openxmlformats.org/drawingml/2006/main">
            <a:off x="3497580" y="4799330"/>
            <a:ext cx="2418715" cy="30670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lvl="0" algn="ctr">
              <a:buNone/>
            </a:pPr>
            <a:r>
              <a:rPr sz="1400">
                <a:latin typeface="微软雅黑"/>
                <a:ea typeface="微软雅黑"/>
                <a:cs typeface="微软雅黑"/>
              </a:rPr>
              <a:t>Agent与检索技术储备</a:t>
            </a:r>
            <a:endParaRPr sz="1400">
              <a:latin typeface="微软雅黑"/>
              <a:ea typeface="微软雅黑"/>
              <a:cs typeface="微软雅黑"/>
            </a:endParaRPr>
          </a:p>
        </p:txBody>
      </p:sp>
      <p:sp>
        <p:nvSpPr>
          <p:cNvPr id="8" name="矩形 7">
            <a:extLst xmlns:a="http://schemas.openxmlformats.org/drawingml/2006/main">
              <a:ext uri="{FF2B5EF4-FFF2-40B4-BE49-F238E27FC236}">
                <a16:creationId xmlns:a16="http://schemas.microsoft.com/office/drawing/2014/main" id="{183D6FA1-F40E-4189-AC3D-16D84E861247}"/>
              </a:ext>
            </a:extLst>
          </p:cNvPr>
          <p:cNvSpPr>
            <a:spLocks xmlns:a="http://schemas.openxmlformats.org/drawingml/2006/main" noGrp="1"/>
          </p:cNvSpPr>
          <p:nvPr/>
        </p:nvSpPr>
        <p:spPr>
          <a:xfrm xmlns:a="http://schemas.openxmlformats.org/drawingml/2006/main">
            <a:off x="899795" y="4805680"/>
            <a:ext cx="2171065" cy="30670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lvl="0" algn="ctr">
              <a:buNone/>
            </a:pPr>
            <a:r>
              <a:rPr sz="1400">
                <a:latin typeface="微软雅黑"/>
                <a:ea typeface="微软雅黑"/>
                <a:cs typeface="微软雅黑"/>
              </a:rPr>
              <a:t>视觉接口储备</a:t>
            </a:r>
            <a:endParaRPr sz="1400">
              <a:latin typeface="微软雅黑"/>
              <a:ea typeface="微软雅黑"/>
              <a:cs typeface="微软雅黑"/>
            </a:endParaRPr>
          </a:p>
        </p:txBody>
      </p:sp>
      <p:sp>
        <p:nvSpPr>
          <p:cNvPr id="9" name="矩形 8">
            <a:extLst xmlns:a="http://schemas.openxmlformats.org/drawingml/2006/main">
              <a:ext uri="{FF2B5EF4-FFF2-40B4-BE49-F238E27FC236}">
                <a16:creationId xmlns:a16="http://schemas.microsoft.com/office/drawing/2014/main" id="{990A00BE-BF66-405F-881A-01A4EE5B04D4}"/>
              </a:ext>
            </a:extLst>
          </p:cNvPr>
          <p:cNvSpPr>
            <a:spLocks xmlns:a="http://schemas.openxmlformats.org/drawingml/2006/main" noGrp="1"/>
          </p:cNvSpPr>
          <p:nvPr/>
        </p:nvSpPr>
        <p:spPr>
          <a:xfrm xmlns:a="http://schemas.openxmlformats.org/drawingml/2006/main">
            <a:off x="5712192" y="4799368"/>
            <a:ext cx="3231654" cy="30670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lvl="0" algn="ctr">
              <a:buClrTx/>
              <a:buSzTx/>
              <a:buFontTx/>
              <a:buNone/>
            </a:pPr>
            <a:r>
              <a:rPr sz="1400">
                <a:latin typeface="微软雅黑"/>
                <a:ea typeface="微软雅黑"/>
                <a:cs typeface="微软雅黑"/>
              </a:rPr>
              <a:t>合成数据＋真实验证</a:t>
            </a:r>
            <a:endParaRPr sz="1400">
              <a:latin typeface="微软雅黑"/>
              <a:ea typeface="微软雅黑"/>
              <a:cs typeface="微软雅黑"/>
            </a:endParaRPr>
          </a:p>
        </p:txBody>
      </p:sp>
      <p:pic>
        <p:nvPicPr>
          <p:cNvPr id="39" name="图片 17"/>
          <p:cNvPicPr>
            <a:picLocks xmlns:a="http://schemas.openxmlformats.org/drawingml/2006/main" noChangeAspect="1"/>
          </p:cNvPicPr>
          <p:nvPr/>
        </p:nvPicPr>
        <p:blipFill>
          <a:blip xmlns:r="http://schemas.openxmlformats.org/officeDocument/2006/relationships" xmlns:a="http://schemas.openxmlformats.org/drawingml/2006/main" r:embed="R74e2ae9f6ff54929"/>
          <a:srcRect xmlns:a="http://schemas.openxmlformats.org/drawingml/2006/main" l="0" t="0" r="0" b="0"/>
          <a:stretch xmlns:a="http://schemas.openxmlformats.org/drawingml/2006/main">
            <a:fillRect l="0" t="0" r="0" b="0"/>
          </a:stretch>
        </p:blipFill>
        <p:spPr>
          <a:xfrm xmlns:a="http://schemas.openxmlformats.org/drawingml/2006/main" flipH="0" flipV="0">
            <a:off x="6202045" y="3011805"/>
            <a:ext cx="2346960" cy="1719580"/>
          </a:xfrm>
          <a:prstGeom xmlns:a="http://schemas.openxmlformats.org/drawingml/2006/main" prst="rect">
            <a:avLst/>
          </a:prstGeom>
        </p:spPr>
      </p:pic>
      <p:pic>
        <p:nvPicPr>
          <p:cNvPr id="40" name="图片 9"/>
          <p:cNvPicPr>
            <a:picLocks xmlns:a="http://schemas.openxmlformats.org/drawingml/2006/main" noChangeAspect="1"/>
          </p:cNvPicPr>
          <p:nvPr/>
        </p:nvPicPr>
        <p:blipFill>
          <a:blip xmlns:r="http://schemas.openxmlformats.org/officeDocument/2006/relationships" xmlns:a="http://schemas.openxmlformats.org/drawingml/2006/main" r:embed="Rb6e542cbeffc454f"/>
          <a:srcRect xmlns:a="http://schemas.openxmlformats.org/drawingml/2006/main" l="0" t="0" r="0" b="0"/>
          <a:stretch xmlns:a="http://schemas.openxmlformats.org/drawingml/2006/main">
            <a:fillRect l="0" t="0" r="0" b="0"/>
          </a:stretch>
        </p:blipFill>
        <p:spPr>
          <a:xfrm xmlns:a="http://schemas.openxmlformats.org/drawingml/2006/main" flipH="0" flipV="0">
            <a:off x="4045585" y="2992120"/>
            <a:ext cx="1352550" cy="1739265"/>
          </a:xfrm>
          <a:prstGeom xmlns:a="http://schemas.openxmlformats.org/drawingml/2006/main" prst="rect">
            <a:avLst/>
          </a:prstGeom>
        </p:spPr>
      </p:pic>
    </p:spTree>
    <p:extLst>
      <p:ext uri="{BB962C8B-B14F-4D97-AF65-F5344CB8AC3E}">
        <p14:creationId xmlns:p14="http://schemas.microsoft.com/office/powerpoint/2010/main" val="159652533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Text Box 4">
            <a:extLst xmlns:a="http://schemas.openxmlformats.org/drawingml/2006/main">
              <a:ext uri="{FF2B5EF4-FFF2-40B4-BE49-F238E27FC236}">
                <a16:creationId xmlns:a16="http://schemas.microsoft.com/office/drawing/2014/main" id="{44FEE6DF-2B6C-42E0-8644-8CE907CDC500}"/>
              </a:ext>
            </a:extLst>
          </p:cNvPr>
          <p:cNvSpPr>
            <a:spLocks xmlns:a="http://schemas.openxmlformats.org/drawingml/2006/main" noGrp="1"/>
          </p:cNvSpPr>
          <p:nvPr/>
        </p:nvSpPr>
        <p:spPr>
          <a:xfrm xmlns:a="http://schemas.openxmlformats.org/drawingml/2006/main">
            <a:off x="538917" y="627650"/>
            <a:ext cx="8064896" cy="460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nchor="t">
            <a:spAutoFit/>
          </a:bodyPr>
          <a:lstStyle xmlns:a="http://schemas.openxmlformats.org/drawingml/2006/main"/>
          <a:p xmlns:a="http://schemas.openxmlformats.org/drawingml/2006/main">
            <a:pPr marL="306070" indent="-306070" defTabSz="457200">
              <a:lnSpc>
                <a:spcPct val="120000"/>
              </a:lnSpc>
              <a:spcBef>
                <a:spcPct val="20000"/>
              </a:spcBef>
              <a:spcAft>
                <a:spcPts val="600"/>
              </a:spcAft>
              <a:buClr>
                <a:schemeClr val="tx1"/>
              </a:buClr>
              <a:buSzPct val="92000"/>
              <a:buFont typeface="Wingdings"/>
              <a:buChar char="n"/>
            </a:pPr>
            <a:r>
              <a:rPr sz="2000" b="1">
                <a:latin typeface="+mj-ea"/>
                <a:ea typeface="+mj-ea"/>
                <a:cs typeface="+mj-ea"/>
              </a:rPr>
              <a:t>当前能力已对应解决三类关键问题</a:t>
            </a:r>
            <a:endParaRPr sz="2000" b="1" kern="100">
              <a:latin typeface="+mj-ea"/>
              <a:ea typeface="+mj-ea"/>
              <a:cs typeface="+mj-ea"/>
            </a:endParaRPr>
          </a:p>
        </p:txBody>
      </p:sp>
      <p:sp>
        <p:nvSpPr>
          <p:cNvPr id="6" name="Rectangle 163">
            <a:extLst xmlns:a="http://schemas.openxmlformats.org/drawingml/2006/main">
              <a:ext uri="{FF2B5EF4-FFF2-40B4-BE49-F238E27FC236}">
                <a16:creationId xmlns:a16="http://schemas.microsoft.com/office/drawing/2014/main" id="{E6FB760E-BB71-4DD0-9C95-ACB1A5A045F2}"/>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sz="1800"/>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f6dcd9076a524fe3"/>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8" name="矩形 7">
            <a:extLst xmlns:a="http://schemas.openxmlformats.org/drawingml/2006/main">
              <a:ext uri="{FF2B5EF4-FFF2-40B4-BE49-F238E27FC236}">
                <a16:creationId xmlns:a16="http://schemas.microsoft.com/office/drawing/2014/main" id="{A120AEDD-074B-4D3A-9BEA-F0AB637CDF53}"/>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a:spAutoFit/>
          </a:bodyPr>
          <a:lstStyle xmlns:a="http://schemas.openxmlformats.org/drawingml/2006/main"/>
          <a:p xmlns:a="http://schemas.openxmlformats.org/drawingml/2006/main">
            <a:pPr lvl="0" defTabSz="913765">
              <a:buNone/>
            </a:pPr>
            <a:r>
              <a:rPr sz="2400" b="1">
                <a:latin typeface="微软雅黑"/>
                <a:ea typeface="微软雅黑"/>
                <a:cs typeface="微软雅黑"/>
              </a:rPr>
              <a:t>三、实验与价值</a:t>
            </a:r>
            <a:endParaRPr sz="2400" b="1">
              <a:latin typeface="微软雅黑"/>
              <a:ea typeface="微软雅黑"/>
              <a:cs typeface="微软雅黑"/>
            </a:endParaRPr>
          </a:p>
        </p:txBody>
      </p:sp>
      <p:sp>
        <p:nvSpPr>
          <p:cNvPr id="4" name="文本框 3">
            <a:extLst xmlns:a="http://schemas.openxmlformats.org/drawingml/2006/main">
              <a:ext uri="{FF2B5EF4-FFF2-40B4-BE49-F238E27FC236}">
                <a16:creationId xmlns:a16="http://schemas.microsoft.com/office/drawing/2014/main" id="{08577746-A2AF-4859-B8FC-2D95C30A08D1}"/>
              </a:ext>
            </a:extLst>
          </p:cNvPr>
          <p:cNvSpPr>
            <a:spLocks xmlns:a="http://schemas.openxmlformats.org/drawingml/2006/main" noGrp="1"/>
          </p:cNvSpPr>
          <p:nvPr/>
        </p:nvSpPr>
        <p:spPr>
          <a:xfrm xmlns:a="http://schemas.openxmlformats.org/drawingml/2006/main">
            <a:off x="323215" y="1131570"/>
            <a:ext cx="8369935" cy="3671570"/>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marL="285750" indent="-285750">
              <a:lnSpc>
                <a:spcPct val="150000"/>
              </a:lnSpc>
              <a:spcAft>
                <a:spcPts val="1000"/>
              </a:spcAft>
              <a:buFont typeface="Wingdings"/>
              <a:buChar char="Ø"/>
            </a:pPr>
            <a:r>
              <a:rPr sz="1600">
                <a:latin typeface="微软雅黑"/>
                <a:ea typeface="微软雅黑"/>
                <a:cs typeface="微软雅黑"/>
              </a:rPr>
              <a:t>1. 非结构化票面难直接使用 → 固定JSON字段 + OCR原文证据，降低人工录入和复核成本。</a:t>
            </a:r>
            <a:endParaRPr sz="1600">
              <a:latin typeface="微软雅黑"/>
              <a:ea typeface="微软雅黑"/>
              <a:cs typeface="微软雅黑"/>
            </a:endParaRPr>
          </a:p>
          <a:p xmlns:a="http://schemas.openxmlformats.org/drawingml/2006/main">
            <a:pPr marL="285750" indent="-285750">
              <a:lnSpc>
                <a:spcPct val="150000"/>
              </a:lnSpc>
              <a:spcAft>
                <a:spcPts val="1000"/>
              </a:spcAft>
              <a:buFont typeface="Wingdings"/>
              <a:buChar char="Ø"/>
            </a:pPr>
            <a:r>
              <a:rPr sz="1600">
                <a:latin typeface="微软雅黑"/>
                <a:ea typeface="微软雅黑"/>
                <a:cs typeface="微软雅黑"/>
              </a:rPr>
              <a:t>2. 处理过程不可观察、结果难追溯 → SSE流式输出 + 分阶段计时 + 全过程统一落盘。</a:t>
            </a:r>
            <a:endParaRPr sz="1600">
              <a:latin typeface="微软雅黑"/>
              <a:ea typeface="微软雅黑"/>
              <a:cs typeface="微软雅黑"/>
            </a:endParaRPr>
          </a:p>
          <a:p xmlns:a="http://schemas.openxmlformats.org/drawingml/2006/main">
            <a:pPr marL="285750" indent="-285750">
              <a:lnSpc>
                <a:spcPct val="150000"/>
              </a:lnSpc>
              <a:spcAft>
                <a:spcPts val="1000"/>
              </a:spcAft>
              <a:buFont typeface="Wingdings"/>
              <a:buChar char="Ø"/>
            </a:pPr>
            <a:r>
              <a:rPr sz="1600">
                <a:latin typeface="微软雅黑"/>
                <a:ea typeface="微软雅黑"/>
                <a:cs typeface="微软雅黑"/>
              </a:rPr>
              <a:t>3. 票证与现场、多源信息相互割裂 → 设备标准化 + Neo4j关联 + 统一服务入口。</a:t>
            </a:r>
            <a:endParaRPr sz="1600">
              <a:latin typeface="微软雅黑"/>
              <a:ea typeface="微软雅黑"/>
              <a:cs typeface="微软雅黑"/>
            </a:endParaRPr>
          </a:p>
        </p:txBody>
      </p:sp>
    </p:spTree>
    <p:extLst>
      <p:ext uri="{BB962C8B-B14F-4D97-AF65-F5344CB8AC3E}">
        <p14:creationId xmlns:p14="http://schemas.microsoft.com/office/powerpoint/2010/main" val="117965422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Rectangle 163">
            <a:extLst xmlns:a="http://schemas.openxmlformats.org/drawingml/2006/main">
              <a:ext uri="{FF2B5EF4-FFF2-40B4-BE49-F238E27FC236}">
                <a16:creationId xmlns:a16="http://schemas.microsoft.com/office/drawing/2014/main" id="{2E7AFF3D-C238-4DEA-A7EB-2D0466951E82}"/>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30ecd77ea7ae4968"/>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8" name="矩形 7">
            <a:extLst xmlns:a="http://schemas.openxmlformats.org/drawingml/2006/main">
              <a:ext uri="{FF2B5EF4-FFF2-40B4-BE49-F238E27FC236}">
                <a16:creationId xmlns:a16="http://schemas.microsoft.com/office/drawing/2014/main" id="{28142A28-3256-4B08-AE79-F947ACFEC7E9}"/>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a:spAutoFit/>
          </a:bodyPr>
          <a:lstStyle xmlns:a="http://schemas.openxmlformats.org/drawingml/2006/main"/>
          <a:p xmlns:a="http://schemas.openxmlformats.org/drawingml/2006/main">
            <a:pPr lvl="0" defTabSz="913765">
              <a:buNone/>
            </a:pPr>
            <a:r>
              <a:rPr sz="2400" b="1">
                <a:latin typeface="微软雅黑"/>
                <a:ea typeface="微软雅黑"/>
                <a:cs typeface="微软雅黑"/>
              </a:rPr>
              <a:t>四、下一步计划</a:t>
            </a:r>
            <a:endParaRPr sz="2400" b="1">
              <a:latin typeface="微软雅黑"/>
              <a:ea typeface="微软雅黑"/>
              <a:cs typeface="微软雅黑"/>
            </a:endParaRPr>
          </a:p>
        </p:txBody>
      </p:sp>
      <p:graphicFrame>
        <p:nvGraphicFramePr>
          <p:cNvPr id="14" name="表格 3"/>
          <p:cNvGraphicFramePr/>
          <p:nvPr/>
        </p:nvGraphicFramePr>
        <p:xfrm>
          <a:off xmlns:a="http://schemas.openxmlformats.org/drawingml/2006/main" x="467415" y="843302"/>
          <a:ext xmlns:a="http://schemas.openxmlformats.org/drawingml/2006/main" cx="8208000" cy="3704263"/>
        </p:xfrm>
        <a:graphic xmlns:a="http://schemas.openxmlformats.org/drawingml/2006/main">
          <a:graphicData uri="http://schemas.openxmlformats.org/drawingml/2006/table">
            <a:tbl>
              <a:tblPr>
                <a:tableStyleId>{5C22544A-7EE6-4342-B048-85BDC9FD1C3A}</a:tableStyleId>
              </a:tblPr>
              <a:tblGrid>
                <a:gridCol w="1188000"/>
                <a:gridCol w="1872000"/>
                <a:gridCol w="2268000"/>
                <a:gridCol w="2880000"/>
              </a:tblGrid>
              <a:tr h="346784">
                <a:tc>
                  <a:txBody>
                    <a:bodyPr/>
                    <a:lstStyle/>
                    <a:p>
                      <a:pPr algn="ctr">
                        <a:lnSpc>
                          <a:spcPct val="100000"/>
                        </a:lnSpc>
                        <a:buNone/>
                      </a:pPr>
                      <a:r>
                        <a:rPr sz="1600" u="none">
                          <a:latin typeface="+mj-ea"/>
                          <a:ea typeface="+mj-ea"/>
                          <a:cs typeface="+mj-ea"/>
                        </a:rPr>
                        <a:t>时间</a:t>
                      </a:r>
                      <a:endParaRPr sz="1600" b="0" i="0" u="none">
                        <a:solidFill>
                          <a:srgbClr val="000000"/>
                        </a:solidFill>
                        <a:latin typeface="+mj-ea"/>
                        <a:ea typeface="+mj-ea"/>
                        <a:cs typeface="+mj-ea"/>
                      </a:endParaRPr>
                    </a:p>
                  </a:txBody>
                  <a:tcPr marL="8653" marR="8653" marT="8653" marB="0" anchor="ctr">
                    <a:solidFill>
                      <a:schemeClr val="accent1">
                        <a:lumMod val="60000"/>
                        <a:lumOff val="40000"/>
                      </a:schemeClr>
                    </a:solidFill>
                  </a:tcPr>
                </a:tc>
                <a:tc>
                  <a:txBody>
                    <a:bodyPr/>
                    <a:lstStyle/>
                    <a:p>
                      <a:pPr algn="ctr">
                        <a:lnSpc>
                          <a:spcPct val="100000"/>
                        </a:lnSpc>
                        <a:buNone/>
                      </a:pPr>
                      <a:r>
                        <a:rPr sz="1600" b="0" i="0" u="none">
                          <a:solidFill>
                            <a:srgbClr val="000000"/>
                          </a:solidFill>
                          <a:latin typeface="+mj-ea"/>
                          <a:ea typeface="+mj-ea"/>
                          <a:cs typeface="+mj-ea"/>
                        </a:rPr>
                        <a:t>工作主线</a:t>
                      </a:r>
                      <a:endParaRPr sz="1600" b="0" i="0" u="none">
                        <a:solidFill>
                          <a:srgbClr val="000000"/>
                        </a:solidFill>
                        <a:latin typeface="+mj-ea"/>
                        <a:ea typeface="+mj-ea"/>
                        <a:cs typeface="+mj-ea"/>
                      </a:endParaRPr>
                    </a:p>
                  </a:txBody>
                  <a:tcPr marL="8653" marR="8653" marT="8653" marB="0" anchor="ctr">
                    <a:solidFill>
                      <a:schemeClr val="accent1">
                        <a:lumMod val="60000"/>
                        <a:lumOff val="40000"/>
                      </a:schemeClr>
                    </a:solidFill>
                  </a:tcPr>
                </a:tc>
                <a:tc>
                  <a:txBody>
                    <a:bodyPr/>
                    <a:lstStyle/>
                    <a:p>
                      <a:pPr algn="ctr">
                        <a:lnSpc>
                          <a:spcPct val="100000"/>
                        </a:lnSpc>
                        <a:buNone/>
                      </a:pPr>
                      <a:r>
                        <a:rPr sz="1600" u="none">
                          <a:latin typeface="+mj-ea"/>
                          <a:ea typeface="+mj-ea"/>
                          <a:cs typeface="+mj-ea"/>
                        </a:rPr>
                        <a:t>重点任务</a:t>
                      </a:r>
                      <a:endParaRPr sz="1600" b="0" i="0" u="none">
                        <a:solidFill>
                          <a:srgbClr val="000000"/>
                        </a:solidFill>
                        <a:latin typeface="+mj-ea"/>
                        <a:ea typeface="+mj-ea"/>
                        <a:cs typeface="+mj-ea"/>
                      </a:endParaRPr>
                    </a:p>
                  </a:txBody>
                  <a:tcPr marL="8653" marR="8653" marT="8653" marB="0" anchor="ctr">
                    <a:solidFill>
                      <a:schemeClr val="accent1">
                        <a:lumMod val="60000"/>
                        <a:lumOff val="40000"/>
                      </a:schemeClr>
                    </a:solidFill>
                  </a:tcPr>
                </a:tc>
                <a:tc>
                  <a:txBody>
                    <a:bodyPr/>
                    <a:lstStyle/>
                    <a:p>
                      <a:pPr algn="ctr">
                        <a:lnSpc>
                          <a:spcPct val="100000"/>
                        </a:lnSpc>
                        <a:buNone/>
                      </a:pPr>
                      <a:r>
                        <a:rPr sz="1600" u="none">
                          <a:latin typeface="+mj-ea"/>
                          <a:ea typeface="+mj-ea"/>
                          <a:cs typeface="+mj-ea"/>
                        </a:rPr>
                        <a:t>交付 / 验收</a:t>
                      </a:r>
                      <a:endParaRPr sz="1600" b="0" i="0" u="none">
                        <a:solidFill>
                          <a:srgbClr val="000000"/>
                        </a:solidFill>
                        <a:latin typeface="+mj-ea"/>
                        <a:ea typeface="+mj-ea"/>
                        <a:cs typeface="+mj-ea"/>
                      </a:endParaRPr>
                    </a:p>
                  </a:txBody>
                  <a:tcPr marL="8653" marR="8653" marT="8653" marB="0" anchor="ctr">
                    <a:solidFill>
                      <a:schemeClr val="accent1">
                        <a:lumMod val="60000"/>
                        <a:lumOff val="40000"/>
                      </a:schemeClr>
                    </a:solidFill>
                  </a:tcPr>
                </a:tc>
              </a:tr>
              <a:tr h="993737">
                <a:tc>
                  <a:txBody>
                    <a:bodyPr/>
                    <a:lstStyle/>
                    <a:p>
                      <a:pPr algn="ctr">
                        <a:lnSpc>
                          <a:spcPct val="100000"/>
                        </a:lnSpc>
                        <a:spcBef>
                          <a:spcPts val="0"/>
                        </a:spcBef>
                        <a:spcAft>
                          <a:spcPts val="0"/>
                        </a:spcAft>
                        <a:buNone/>
                      </a:pPr>
                      <a:r>
                        <a:rPr sz="1350" u="none">
                          <a:latin typeface="+mj-ea"/>
                          <a:ea typeface="+mj-ea"/>
                          <a:cs typeface="+mj-ea"/>
                        </a:rPr>
                        <a:t>2026年8月</a:t>
                      </a:r>
                      <a:endParaRPr sz="1350" b="0" i="0" u="none">
                        <a:solidFill>
                          <a:srgbClr val="000000"/>
                        </a:solidFill>
                        <a:latin typeface="+mj-ea"/>
                        <a:ea typeface="+mj-ea"/>
                        <a:cs typeface="+mj-ea"/>
                      </a:endParaRPr>
                    </a:p>
                  </a:txBody>
                  <a:tcPr marL="8653" marR="8653" marT="8653" marB="0" anchor="ctr">
                    <a:solidFill>
                      <a:schemeClr val="accent1">
                        <a:lumMod val="40000"/>
                        <a:lumOff val="60000"/>
                      </a:schemeClr>
                    </a:solidFill>
                  </a:tcPr>
                </a:tc>
                <a:tc rowSpan="2">
                  <a:txBody>
                    <a:bodyPr/>
                    <a:lstStyle/>
                    <a:p>
                      <a:pPr algn="ctr">
                        <a:lnSpc>
                          <a:spcPct val="100000"/>
                        </a:lnSpc>
                        <a:spcBef>
                          <a:spcPts val="0"/>
                        </a:spcBef>
                        <a:spcAft>
                          <a:spcPts val="0"/>
                        </a:spcAft>
                        <a:buNone/>
                      </a:pPr>
                      <a:r>
                        <a:rPr sz="1350">
                          <a:solidFill>
                            <a:schemeClr val="dk1"/>
                          </a:solidFill>
                          <a:latin typeface="+mn-lt"/>
                          <a:ea typeface="+mn-lt"/>
                          <a:cs typeface="+mn-lt"/>
                        </a:rPr>
                        <a:t>课题1批量验证</a:t>
                      </a:r>
                      <a:endParaRPr sz="1350" kern="1200">
                        <a:solidFill>
                          <a:schemeClr val="dk1"/>
                        </a:solidFill>
                        <a:latin typeface="+mn-lt"/>
                        <a:ea typeface="+mn-lt"/>
                        <a:cs typeface="+mn-lt"/>
                      </a:endParaRPr>
                    </a:p>
                  </a:txBody>
                  <a:tcPr marL="8653" marR="8653" marT="8653" marB="0" anchor="ctr">
                    <a:solidFill>
                      <a:schemeClr val="accent1">
                        <a:lumMod val="40000"/>
                        <a:lumOff val="60000"/>
                      </a:schemeClr>
                    </a:solidFill>
                  </a:tcPr>
                </a:tc>
                <a:tc>
                  <a:txBody>
                    <a:bodyPr/>
                    <a:lstStyle/>
                    <a:p>
                      <a:pPr algn="ctr">
                        <a:lnSpc>
                          <a:spcPct val="100000"/>
                        </a:lnSpc>
                        <a:spcBef>
                          <a:spcPts val="0"/>
                        </a:spcBef>
                        <a:spcAft>
                          <a:spcPts val="0"/>
                        </a:spcAft>
                        <a:buNone/>
                      </a:pPr>
                      <a:r>
                        <a:rPr sz="1350" b="0" i="0" u="none">
                          <a:solidFill>
                            <a:srgbClr val="000000"/>
                          </a:solidFill>
                          <a:latin typeface="+mj-ea"/>
                          <a:ea typeface="+mj-ea"/>
                          <a:cs typeface="+mj-ea"/>
                        </a:rPr>
                        <a:t>完成100张工作票统一实验</a:t>
                      </a:r>
                      <a:endParaRPr sz="1350" b="0" i="0" u="none">
                        <a:solidFill>
                          <a:srgbClr val="000000"/>
                        </a:solidFill>
                        <a:latin typeface="+mj-ea"/>
                        <a:ea typeface="+mj-ea"/>
                        <a:cs typeface="+mj-ea"/>
                      </a:endParaRPr>
                    </a:p>
                  </a:txBody>
                  <a:tcPr marL="9525" marR="9525" marT="9525" marB="0" anchor="ctr"/>
                </a:tc>
                <a:tc>
                  <a:txBody>
                    <a:bodyPr/>
                    <a:lstStyle/>
                    <a:p>
                      <a:pPr algn="ctr">
                        <a:lnSpc>
                          <a:spcPct val="100000"/>
                        </a:lnSpc>
                        <a:spcBef>
                          <a:spcPts val="0"/>
                        </a:spcBef>
                        <a:spcAft>
                          <a:spcPts val="0"/>
                        </a:spcAft>
                        <a:buNone/>
                      </a:pPr>
                      <a:r>
                        <a:rPr sz="1350" u="none">
                          <a:solidFill>
                            <a:schemeClr val="dk1"/>
                          </a:solidFill>
                          <a:latin typeface="+mj-ea"/>
                          <a:ea typeface="+mj-ea"/>
                          <a:cs typeface="+mj-ea"/>
                        </a:rPr>
                        <a:t>准确率、错误类型与证据链统计</a:t>
                      </a:r>
                      <a:endParaRPr sz="1350" u="none" kern="1200">
                        <a:solidFill>
                          <a:schemeClr val="dk1"/>
                        </a:solidFill>
                        <a:latin typeface="+mj-ea"/>
                        <a:ea typeface="+mj-ea"/>
                        <a:cs typeface="+mj-ea"/>
                      </a:endParaRPr>
                    </a:p>
                  </a:txBody>
                  <a:tcPr marL="9525" marR="9525" marT="9525" marB="0" anchor="ctr"/>
                </a:tc>
              </a:tr>
              <a:tr h="644080">
                <a:tc>
                  <a:txBody>
                    <a:bodyPr/>
                    <a:lstStyle/>
                    <a:p>
                      <a:pPr algn="ctr">
                        <a:lnSpc>
                          <a:spcPct val="100000"/>
                        </a:lnSpc>
                        <a:spcBef>
                          <a:spcPts val="0"/>
                        </a:spcBef>
                        <a:spcAft>
                          <a:spcPts val="0"/>
                        </a:spcAft>
                        <a:buNone/>
                      </a:pPr>
                      <a:r>
                        <a:rPr sz="1350">
                          <a:latin typeface="+mj-ea"/>
                          <a:ea typeface="+mj-ea"/>
                          <a:cs typeface="+mj-ea"/>
                        </a:rPr>
                        <a:t>2026年8月</a:t>
                      </a:r>
                      <a:endParaRPr sz="1350" b="0" i="0" u="none">
                        <a:solidFill>
                          <a:srgbClr val="000000"/>
                        </a:solidFill>
                        <a:latin typeface="+mj-ea"/>
                        <a:ea typeface="+mj-ea"/>
                        <a:cs typeface="+mj-ea"/>
                      </a:endParaRPr>
                    </a:p>
                  </a:txBody>
                  <a:tcPr marL="8653" marR="8653" marT="8653" marB="0" anchor="ctr">
                    <a:solidFill>
                      <a:schemeClr val="accent1">
                        <a:lumMod val="40000"/>
                        <a:lumOff val="60000"/>
                      </a:schemeClr>
                    </a:solidFill>
                  </a:tcPr>
                </a:tc>
                <a:tc vMerge="1">
                  <a:txBody>
                    <a:bodyPr/>
                    <a:lstStyle/>
                    <a:p>
                      <a:pPr>
                        <a:buNone/>
                      </a:pPr>
                      <a:r>
                        <a:t>票视频关联闭环</a:t>
                      </a:r>
                    </a:p>
                  </a:txBody>
                  <a:tcPr marL="8653" marR="8653" marT="8653" marB="0" anchor="ctr">
                    <a:solidFill>
                      <a:schemeClr val="accent1">
                        <a:lumMod val="40000"/>
                        <a:lumOff val="60000"/>
                      </a:schemeClr>
                    </a:solidFill>
                  </a:tcPr>
                </a:tc>
                <a:tc>
                  <a:txBody>
                    <a:bodyPr/>
                    <a:lstStyle/>
                    <a:p>
                      <a:pPr algn="ctr">
                        <a:lnSpc>
                          <a:spcPct val="100000"/>
                        </a:lnSpc>
                        <a:spcBef>
                          <a:spcPts val="0"/>
                        </a:spcBef>
                        <a:spcAft>
                          <a:spcPts val="0"/>
                        </a:spcAft>
                        <a:buNone/>
                      </a:pPr>
                      <a:r>
                        <a:rPr sz="1350">
                          <a:solidFill>
                            <a:schemeClr val="dk1"/>
                          </a:solidFill>
                          <a:latin typeface="+mj-ea"/>
                          <a:ea typeface="+mj-ea"/>
                          <a:cs typeface="+mj-ea"/>
                        </a:rPr>
                        <a:t>字段→设备编码→摄像头→视频查询</a:t>
                      </a:r>
                      <a:endParaRPr sz="1350" u="none" kern="1200">
                        <a:solidFill>
                          <a:schemeClr val="dk1"/>
                        </a:solidFill>
                        <a:latin typeface="+mj-ea"/>
                        <a:ea typeface="+mj-ea"/>
                        <a:cs typeface="+mj-ea"/>
                      </a:endParaRPr>
                    </a:p>
                  </a:txBody>
                  <a:tcPr marL="9525" marR="9525" marT="9525" marB="0" anchor="ctr"/>
                </a:tc>
                <a:tc>
                  <a:txBody>
                    <a:bodyPr/>
                    <a:lstStyle/>
                    <a:p>
                      <a:pPr algn="ctr">
                        <a:lnSpc>
                          <a:spcPct val="100000"/>
                        </a:lnSpc>
                        <a:spcBef>
                          <a:spcPts val="0"/>
                        </a:spcBef>
                        <a:spcAft>
                          <a:spcPts val="0"/>
                        </a:spcAft>
                        <a:buNone/>
                      </a:pPr>
                      <a:r>
                        <a:rPr sz="1350" u="none">
                          <a:solidFill>
                            <a:schemeClr val="dk1"/>
                          </a:solidFill>
                          <a:latin typeface="+mj-ea"/>
                          <a:ea typeface="+mj-ea"/>
                          <a:cs typeface="+mj-ea"/>
                        </a:rPr>
                        <a:t>单票端到端演示闭环</a:t>
                      </a:r>
                      <a:endParaRPr sz="1350" u="none" kern="1200">
                        <a:solidFill>
                          <a:schemeClr val="dk1"/>
                        </a:solidFill>
                        <a:latin typeface="+mj-ea"/>
                        <a:ea typeface="+mj-ea"/>
                        <a:cs typeface="+mj-ea"/>
                      </a:endParaRPr>
                    </a:p>
                  </a:txBody>
                  <a:tcPr marL="9525" marR="9525" marT="9525" marB="0" anchor="ctr"/>
                </a:tc>
              </a:tr>
              <a:tr h="969308">
                <a:tc>
                  <a:txBody>
                    <a:bodyPr/>
                    <a:lstStyle/>
                    <a:p>
                      <a:pPr algn="ctr">
                        <a:lnSpc>
                          <a:spcPct val="100000"/>
                        </a:lnSpc>
                        <a:spcBef>
                          <a:spcPts val="0"/>
                        </a:spcBef>
                        <a:spcAft>
                          <a:spcPts val="0"/>
                        </a:spcAft>
                        <a:buNone/>
                      </a:pPr>
                      <a:r>
                        <a:rPr sz="1350">
                          <a:solidFill>
                            <a:schemeClr val="dk1"/>
                          </a:solidFill>
                          <a:latin typeface="+mj-ea"/>
                          <a:ea typeface="+mj-ea"/>
                          <a:cs typeface="+mj-ea"/>
                        </a:rPr>
                        <a:t>2026年8—9月</a:t>
                      </a:r>
                      <a:endParaRPr sz="1350" kern="1200">
                        <a:solidFill>
                          <a:schemeClr val="dk1"/>
                        </a:solidFill>
                        <a:latin typeface="+mj-ea"/>
                        <a:ea typeface="+mj-ea"/>
                        <a:cs typeface="+mj-ea"/>
                      </a:endParaRPr>
                    </a:p>
                  </a:txBody>
                  <a:tcPr marL="8653" marR="8653" marT="8653" marB="0" anchor="ctr">
                    <a:solidFill>
                      <a:schemeClr val="accent1">
                        <a:lumMod val="40000"/>
                        <a:lumOff val="60000"/>
                      </a:schemeClr>
                    </a:solidFill>
                  </a:tcPr>
                </a:tc>
                <a:tc rowSpan="2">
                  <a:txBody>
                    <a:bodyPr/>
                    <a:lstStyle/>
                    <a:p>
                      <a:pPr marL="0" marR="0" lvl="0" indent="0" algn="ctr" defTabSz="685800">
                        <a:lnSpc>
                          <a:spcPct val="100000"/>
                        </a:lnSpc>
                        <a:spcBef>
                          <a:spcPts val="0"/>
                        </a:spcBef>
                        <a:spcAft>
                          <a:spcPts val="0"/>
                        </a:spcAft>
                        <a:buClrTx/>
                        <a:buSzTx/>
                        <a:buFontTx/>
                        <a:buNone/>
                      </a:pPr>
                      <a:r>
                        <a:rPr sz="1350">
                          <a:solidFill>
                            <a:schemeClr val="dk1"/>
                          </a:solidFill>
                          <a:latin typeface="+mn-lt"/>
                          <a:ea typeface="+mn-lt"/>
                          <a:cs typeface="+mn-lt"/>
                        </a:rPr>
                        <a:t>现场数据建设</a:t>
                      </a:r>
                      <a:endParaRPr sz="1350" kern="1200">
                        <a:solidFill>
                          <a:schemeClr val="dk1"/>
                        </a:solidFill>
                        <a:latin typeface="+mn-lt"/>
                        <a:ea typeface="+mn-lt"/>
                        <a:cs typeface="+mn-lt"/>
                      </a:endParaRPr>
                    </a:p>
                  </a:txBody>
                  <a:tcPr marL="8653" marR="8653" marT="8653" marB="0" anchor="ctr">
                    <a:solidFill>
                      <a:schemeClr val="accent1">
                        <a:lumMod val="40000"/>
                        <a:lumOff val="60000"/>
                      </a:schemeClr>
                    </a:solidFill>
                  </a:tcPr>
                </a:tc>
                <a:tc>
                  <a:txBody>
                    <a:bodyPr/>
                    <a:lstStyle/>
                    <a:p>
                      <a:pPr algn="ctr">
                        <a:lnSpc>
                          <a:spcPct val="100000"/>
                        </a:lnSpc>
                        <a:spcBef>
                          <a:spcPts val="0"/>
                        </a:spcBef>
                        <a:spcAft>
                          <a:spcPts val="0"/>
                        </a:spcAft>
                        <a:buNone/>
                      </a:pPr>
                      <a:r>
                        <a:rPr sz="1350">
                          <a:latin typeface="+mj-ea"/>
                          <a:ea typeface="+mj-ea"/>
                          <a:cs typeface="+mj-ea"/>
                        </a:rPr>
                        <a:t>采集清洗现场数据，制定违章样本方案</a:t>
                      </a:r>
                      <a:endParaRPr sz="1350" kern="100">
                        <a:latin typeface="+mj-ea"/>
                        <a:ea typeface="+mj-ea"/>
                        <a:cs typeface="+mj-ea"/>
                      </a:endParaRPr>
                    </a:p>
                  </a:txBody>
                  <a:tcPr marL="68580" marR="68580" marT="0" marB="0" anchor="ctr"/>
                </a:tc>
                <a:tc>
                  <a:txBody>
                    <a:bodyPr/>
                    <a:lstStyle/>
                    <a:p>
                      <a:pPr algn="ctr">
                        <a:lnSpc>
                          <a:spcPct val="100000"/>
                        </a:lnSpc>
                        <a:spcBef>
                          <a:spcPts val="0"/>
                        </a:spcBef>
                        <a:spcAft>
                          <a:spcPts val="0"/>
                        </a:spcAft>
                        <a:buNone/>
                      </a:pPr>
                      <a:r>
                        <a:rPr sz="1350">
                          <a:latin typeface="+mj-ea"/>
                          <a:ea typeface="+mj-ea"/>
                          <a:cs typeface="+mj-ea"/>
                        </a:rPr>
                        <a:t>数据台账、标注规范与验证计划</a:t>
                      </a:r>
                      <a:endParaRPr sz="1350" kern="100">
                        <a:latin typeface="+mj-ea"/>
                        <a:ea typeface="+mj-ea"/>
                        <a:cs typeface="+mj-ea"/>
                      </a:endParaRPr>
                    </a:p>
                  </a:txBody>
                  <a:tcPr marL="68580" marR="68580" marT="0" marB="0" anchor="ctr"/>
                </a:tc>
              </a:tr>
              <a:tr h="750354">
                <a:tc>
                  <a:txBody>
                    <a:bodyPr/>
                    <a:lstStyle/>
                    <a:p>
                      <a:pPr algn="ctr">
                        <a:lnSpc>
                          <a:spcPct val="100000"/>
                        </a:lnSpc>
                        <a:spcBef>
                          <a:spcPts val="0"/>
                        </a:spcBef>
                        <a:spcAft>
                          <a:spcPts val="0"/>
                        </a:spcAft>
                        <a:buNone/>
                      </a:pPr>
                      <a:r>
                        <a:rPr sz="1350">
                          <a:latin typeface="+mj-ea"/>
                          <a:ea typeface="+mj-ea"/>
                          <a:cs typeface="+mj-ea"/>
                        </a:rPr>
                        <a:t>2026年9月</a:t>
                      </a:r>
                      <a:endParaRPr sz="1350" kern="100">
                        <a:latin typeface="+mj-ea"/>
                        <a:ea typeface="+mj-ea"/>
                        <a:cs typeface="+mj-ea"/>
                      </a:endParaRPr>
                    </a:p>
                  </a:txBody>
                  <a:tcPr marL="68580" marR="68580" marT="0" marB="0" anchor="ctr">
                    <a:solidFill>
                      <a:schemeClr val="accent1">
                        <a:lumMod val="40000"/>
                        <a:lumOff val="60000"/>
                      </a:schemeClr>
                    </a:solidFill>
                  </a:tcPr>
                </a:tc>
                <a:tc vMerge="1">
                  <a:txBody>
                    <a:bodyPr/>
                    <a:lstStyle/>
                    <a:p>
                      <a:pPr>
                        <a:buNone/>
                      </a:pPr>
                      <a:r>
                        <a:t>科研成果</a:t>
                      </a:r>
                    </a:p>
                  </a:txBody>
                  <a:tcPr marL="68580" marR="68580" marT="0" marB="0" anchor="ctr">
                    <a:solidFill>
                      <a:schemeClr val="accent1">
                        <a:lumMod val="40000"/>
                        <a:lumOff val="60000"/>
                      </a:schemeClr>
                    </a:solidFill>
                  </a:tcPr>
                </a:tc>
                <a:tc>
                  <a:txBody>
                    <a:bodyPr/>
                    <a:lstStyle/>
                    <a:p>
                      <a:pPr algn="ctr">
                        <a:lnSpc>
                          <a:spcPct val="100000"/>
                        </a:lnSpc>
                        <a:spcBef>
                          <a:spcPts val="0"/>
                        </a:spcBef>
                        <a:spcAft>
                          <a:spcPts val="0"/>
                        </a:spcAft>
                        <a:buNone/>
                      </a:pPr>
                      <a:r>
                        <a:rPr sz="1350">
                          <a:latin typeface="+mj-ea"/>
                          <a:ea typeface="+mj-ea"/>
                          <a:cs typeface="+mj-ea"/>
                        </a:rPr>
                        <a:t>论文1投稿，论文2形成提纲</a:t>
                      </a:r>
                      <a:endParaRPr sz="1350" kern="100">
                        <a:latin typeface="+mj-ea"/>
                        <a:ea typeface="+mj-ea"/>
                        <a:cs typeface="+mj-ea"/>
                      </a:endParaRPr>
                    </a:p>
                  </a:txBody>
                  <a:tcPr marL="68580" marR="68580" marT="0" marB="0" anchor="ctr"/>
                </a:tc>
                <a:tc>
                  <a:txBody>
                    <a:bodyPr/>
                    <a:lstStyle/>
                    <a:p>
                      <a:pPr algn="ctr">
                        <a:lnSpc>
                          <a:spcPct val="100000"/>
                        </a:lnSpc>
                        <a:spcBef>
                          <a:spcPts val="0"/>
                        </a:spcBef>
                        <a:spcAft>
                          <a:spcPts val="0"/>
                        </a:spcAft>
                        <a:buNone/>
                      </a:pPr>
                      <a:r>
                        <a:rPr sz="1350">
                          <a:latin typeface="+mj-ea"/>
                          <a:ea typeface="+mj-ea"/>
                          <a:cs typeface="+mj-ea"/>
                        </a:rPr>
                        <a:t>投稿凭证与论文2框架</a:t>
                      </a:r>
                      <a:endParaRPr sz="1350" kern="100">
                        <a:latin typeface="+mj-ea"/>
                        <a:ea typeface="+mj-ea"/>
                        <a:cs typeface="+mj-ea"/>
                      </a:endParaRPr>
                    </a:p>
                  </a:txBody>
                  <a:tcPr marL="68580" marR="68580" marT="0" marB="0" anchor="ctr"/>
                </a:tc>
              </a:tr>
            </a:tbl>
          </a:graphicData>
        </a:graphic>
      </p:graphicFrame>
    </p:spTree>
    <p:extLst>
      <p:ext uri="{BB962C8B-B14F-4D97-AF65-F5344CB8AC3E}">
        <p14:creationId xmlns:p14="http://schemas.microsoft.com/office/powerpoint/2010/main" val="145698545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Text Box 4">
            <a:extLst xmlns:a="http://schemas.openxmlformats.org/drawingml/2006/main">
              <a:ext uri="{FF2B5EF4-FFF2-40B4-BE49-F238E27FC236}">
                <a16:creationId xmlns:a16="http://schemas.microsoft.com/office/drawing/2014/main" id="{44FEE6DF-2B6C-42E0-8644-8CE907CDC500}"/>
              </a:ext>
            </a:extLst>
          </p:cNvPr>
          <p:cNvSpPr>
            <a:spLocks xmlns:a="http://schemas.openxmlformats.org/drawingml/2006/main" noGrp="1"/>
          </p:cNvSpPr>
          <p:nvPr/>
        </p:nvSpPr>
        <p:spPr>
          <a:xfrm xmlns:a="http://schemas.openxmlformats.org/drawingml/2006/main">
            <a:off x="538917" y="627650"/>
            <a:ext cx="8064896" cy="460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nchor="t">
            <a:spAutoFit/>
          </a:bodyPr>
          <a:lstStyle xmlns:a="http://schemas.openxmlformats.org/drawingml/2006/main"/>
          <a:p xmlns:a="http://schemas.openxmlformats.org/drawingml/2006/main">
            <a:pPr marL="306070" indent="-306070" defTabSz="457200">
              <a:lnSpc>
                <a:spcPct val="120000"/>
              </a:lnSpc>
              <a:spcBef>
                <a:spcPct val="20000"/>
              </a:spcBef>
              <a:spcAft>
                <a:spcPts val="600"/>
              </a:spcAft>
              <a:buClr>
                <a:schemeClr val="tx1"/>
              </a:buClr>
              <a:buSzPct val="92000"/>
              <a:buFont typeface="Wingdings"/>
              <a:buChar char="n"/>
            </a:pPr>
            <a:r>
              <a:rPr sz="2000" b="1">
                <a:latin typeface="+mj-ea"/>
                <a:ea typeface="+mj-ea"/>
                <a:cs typeface="+mj-ea"/>
              </a:rPr>
              <a:t>下一阶段聚焦四项验证与三项协同</a:t>
            </a:r>
            <a:endParaRPr sz="2000" b="1" kern="100">
              <a:latin typeface="+mj-ea"/>
              <a:ea typeface="+mj-ea"/>
              <a:cs typeface="+mj-ea"/>
            </a:endParaRPr>
          </a:p>
        </p:txBody>
      </p:sp>
      <p:sp>
        <p:nvSpPr>
          <p:cNvPr id="6" name="Rectangle 163">
            <a:extLst xmlns:a="http://schemas.openxmlformats.org/drawingml/2006/main">
              <a:ext uri="{FF2B5EF4-FFF2-40B4-BE49-F238E27FC236}">
                <a16:creationId xmlns:a16="http://schemas.microsoft.com/office/drawing/2014/main" id="{E6FB760E-BB71-4DD0-9C95-ACB1A5A045F2}"/>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sz="1800"/>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a7ba0a2c57de4241"/>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8" name="矩形 7">
            <a:extLst xmlns:a="http://schemas.openxmlformats.org/drawingml/2006/main">
              <a:ext uri="{FF2B5EF4-FFF2-40B4-BE49-F238E27FC236}">
                <a16:creationId xmlns:a16="http://schemas.microsoft.com/office/drawing/2014/main" id="{A120AEDD-074B-4D3A-9BEA-F0AB637CDF53}"/>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a:spAutoFit/>
          </a:bodyPr>
          <a:lstStyle xmlns:a="http://schemas.openxmlformats.org/drawingml/2006/main"/>
          <a:p xmlns:a="http://schemas.openxmlformats.org/drawingml/2006/main">
            <a:pPr lvl="0" defTabSz="913765">
              <a:buNone/>
            </a:pPr>
            <a:r>
              <a:rPr sz="2400" b="1">
                <a:latin typeface="微软雅黑"/>
                <a:ea typeface="微软雅黑"/>
                <a:cs typeface="微软雅黑"/>
              </a:rPr>
              <a:t>四、下一步计划</a:t>
            </a:r>
            <a:endParaRPr sz="2400" b="1">
              <a:latin typeface="微软雅黑"/>
              <a:ea typeface="微软雅黑"/>
              <a:cs typeface="微软雅黑"/>
            </a:endParaRPr>
          </a:p>
        </p:txBody>
      </p:sp>
      <p:sp>
        <p:nvSpPr>
          <p:cNvPr id="4" name="文本框 3">
            <a:extLst xmlns:a="http://schemas.openxmlformats.org/drawingml/2006/main">
              <a:ext uri="{FF2B5EF4-FFF2-40B4-BE49-F238E27FC236}">
                <a16:creationId xmlns:a16="http://schemas.microsoft.com/office/drawing/2014/main" id="{08577746-A2AF-4859-B8FC-2D95C30A08D1}"/>
              </a:ext>
            </a:extLst>
          </p:cNvPr>
          <p:cNvSpPr>
            <a:spLocks xmlns:a="http://schemas.openxmlformats.org/drawingml/2006/main" noGrp="1"/>
          </p:cNvSpPr>
          <p:nvPr/>
        </p:nvSpPr>
        <p:spPr>
          <a:xfrm xmlns:a="http://schemas.openxmlformats.org/drawingml/2006/main">
            <a:off x="323215" y="1131570"/>
            <a:ext cx="8369935" cy="3671570"/>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marL="285750" indent="-285750">
              <a:lnSpc>
                <a:spcPct val="150000"/>
              </a:lnSpc>
              <a:spcAft>
                <a:spcPts val="1000"/>
              </a:spcAft>
              <a:buFont typeface="Wingdings"/>
              <a:buChar char="Ø"/>
            </a:pPr>
            <a:r>
              <a:rPr sz="1600">
                <a:latin typeface="微软雅黑"/>
                <a:ea typeface="微软雅黑"/>
                <a:cs typeface="微软雅黑"/>
              </a:rPr>
              <a:t>批量实验｜100张工作票统一统计准确率、漏识别、误识别与Schema遵循率。</a:t>
            </a:r>
            <a:endParaRPr sz="1600">
              <a:latin typeface="微软雅黑"/>
              <a:ea typeface="微软雅黑"/>
              <a:cs typeface="微软雅黑"/>
            </a:endParaRPr>
          </a:p>
          <a:p xmlns:a="http://schemas.openxmlformats.org/drawingml/2006/main">
            <a:pPr marL="285750" indent="-285750">
              <a:lnSpc>
                <a:spcPct val="150000"/>
              </a:lnSpc>
              <a:spcAft>
                <a:spcPts val="1000"/>
              </a:spcAft>
              <a:buFont typeface="Wingdings"/>
              <a:buChar char="Ø"/>
            </a:pPr>
            <a:r>
              <a:rPr sz="1600">
                <a:latin typeface="微软雅黑"/>
                <a:ea typeface="微软雅黑"/>
                <a:cs typeface="微软雅黑"/>
              </a:rPr>
              <a:t>复杂版式｜补齐跨栏、跨页、异常样本和专业术语处理。</a:t>
            </a:r>
            <a:endParaRPr sz="1600">
              <a:latin typeface="微软雅黑"/>
              <a:ea typeface="微软雅黑"/>
              <a:cs typeface="微软雅黑"/>
            </a:endParaRPr>
          </a:p>
          <a:p xmlns:a="http://schemas.openxmlformats.org/drawingml/2006/main">
            <a:pPr marL="285750" indent="-285750">
              <a:lnSpc>
                <a:spcPct val="150000"/>
              </a:lnSpc>
              <a:spcAft>
                <a:spcPts val="1000"/>
              </a:spcAft>
              <a:buFont typeface="Wingdings"/>
              <a:buChar char="Ø"/>
            </a:pPr>
            <a:r>
              <a:rPr sz="1600">
                <a:latin typeface="微软雅黑"/>
                <a:ea typeface="微软雅黑"/>
                <a:cs typeface="微软雅黑"/>
              </a:rPr>
              <a:t>关联闭环｜验证设备编码、摄像头推荐和视频查询主流程。</a:t>
            </a:r>
            <a:endParaRPr sz="1600">
              <a:latin typeface="微软雅黑"/>
              <a:ea typeface="微软雅黑"/>
              <a:cs typeface="微软雅黑"/>
            </a:endParaRPr>
          </a:p>
          <a:p xmlns:a="http://schemas.openxmlformats.org/drawingml/2006/main">
            <a:pPr marL="285750" indent="-285750">
              <a:lnSpc>
                <a:spcPct val="150000"/>
              </a:lnSpc>
              <a:spcAft>
                <a:spcPts val="1000"/>
              </a:spcAft>
              <a:buFont typeface="Wingdings"/>
              <a:buChar char="Ø"/>
            </a:pPr>
            <a:r>
              <a:rPr sz="1600">
                <a:latin typeface="微软雅黑"/>
                <a:ea typeface="微软雅黑"/>
                <a:cs typeface="微软雅黑"/>
              </a:rPr>
              <a:t>应用成果｜验证平台兼容，完成论文1投稿并形成论文2框架。</a:t>
            </a:r>
            <a:endParaRPr sz="1600">
              <a:latin typeface="微软雅黑"/>
              <a:ea typeface="微软雅黑"/>
              <a:cs typeface="微软雅黑"/>
            </a:endParaRPr>
          </a:p>
          <a:p xmlns:a="http://schemas.openxmlformats.org/drawingml/2006/main">
            <a:pPr marL="285750" indent="-285750">
              <a:lnSpc>
                <a:spcPct val="150000"/>
              </a:lnSpc>
              <a:spcAft>
                <a:spcPts val="1000"/>
              </a:spcAft>
              <a:buFont typeface="Wingdings"/>
              <a:buChar char="Ø"/>
            </a:pPr>
            <a:r>
              <a:rPr sz="1600">
                <a:latin typeface="微软雅黑"/>
                <a:ea typeface="微软雅黑"/>
                <a:cs typeface="微软雅黑"/>
              </a:rPr>
              <a:t>协同条件｜现场数据接口、真实违章视频样本、统一评价口径。</a:t>
            </a:r>
            <a:endParaRPr sz="1600">
              <a:latin typeface="微软雅黑"/>
              <a:ea typeface="微软雅黑"/>
              <a:cs typeface="微软雅黑"/>
            </a:endParaRPr>
          </a:p>
        </p:txBody>
      </p:sp>
    </p:spTree>
    <p:extLst>
      <p:ext uri="{BB962C8B-B14F-4D97-AF65-F5344CB8AC3E}">
        <p14:creationId xmlns:p14="http://schemas.microsoft.com/office/powerpoint/2010/main" val="117965422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EDE6C8BB-BA84-4580-A862-600682183E57}"/>
              </a:ext>
            </a:extLst>
          </p:cNvPr>
          <p:cNvSpPr>
            <a:spLocks xmlns:a="http://schemas.openxmlformats.org/drawingml/2006/main" noGrp="1"/>
          </p:cNvSpPr>
          <p:nvPr/>
        </p:nvSpPr>
        <p:spPr>
          <a:xfrm xmlns:a="http://schemas.openxmlformats.org/drawingml/2006/main">
            <a:off x="611560" y="1563638"/>
            <a:ext cx="8064896" cy="2887980"/>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lgn="ctr">
              <a:buNone/>
            </a:pPr>
            <a:r>
              <a:rPr sz="4000" b="1">
                <a:solidFill>
                  <a:srgbClr val="006666"/>
                </a:solidFill>
                <a:latin typeface="微软雅黑"/>
                <a:ea typeface="微软雅黑"/>
                <a:cs typeface="微软雅黑"/>
              </a:rPr>
              <a:t>阶段结论：课题1总体按计划推进</a:t>
            </a:r>
            <a:endParaRPr sz="4000" b="1">
              <a:solidFill>
                <a:srgbClr val="006666"/>
              </a:solidFill>
              <a:latin typeface="微软雅黑"/>
              <a:ea typeface="微软雅黑"/>
              <a:cs typeface="微软雅黑"/>
            </a:endParaRPr>
          </a:p>
          <a:p xmlns:a="http://schemas.openxmlformats.org/drawingml/2006/main">
            <a:pPr algn="ctr">
              <a:buNone/>
            </a:pPr>
            <a:r>
              <a:t>下一步：100票批量验证 + 票视频关联闭环</a:t>
            </a:r>
            <a:endParaRPr sz="4000" b="1">
              <a:solidFill>
                <a:srgbClr val="C00000"/>
              </a:solidFill>
              <a:latin typeface="微软雅黑"/>
              <a:ea typeface="微软雅黑"/>
              <a:cs typeface="微软雅黑"/>
            </a:endParaRPr>
          </a:p>
          <a:p xmlns:a="http://schemas.openxmlformats.org/drawingml/2006/main">
            <a:pPr algn="ctr">
              <a:buNone/>
            </a:pPr>
            <a:r>
              <a:rPr sz="3000" b="1">
                <a:solidFill>
                  <a:srgbClr val="006666"/>
                </a:solidFill>
                <a:latin typeface="微软雅黑"/>
                <a:ea typeface="微软雅黑"/>
                <a:cs typeface="微软雅黑"/>
              </a:rPr>
              <a:t/>
            </a:r>
            <a:endParaRPr sz="4500">
              <a:solidFill>
                <a:srgbClr val="006666"/>
              </a:solidFill>
            </a:endParaRPr>
          </a:p>
          <a:p xmlns:a="http://schemas.openxmlformats.org/drawingml/2006/main">
            <a:pPr algn="ctr">
              <a:buNone/>
            </a:pPr>
            <a:r>
              <a:rPr sz="3000" b="1">
                <a:solidFill>
                  <a:srgbClr val="006666"/>
                </a:solidFill>
                <a:latin typeface="微软雅黑"/>
                <a:ea typeface="微软雅黑"/>
                <a:cs typeface="微软雅黑"/>
              </a:rPr>
              <a:t>需协调：现场数据、真实视频样本、统一评价口径</a:t>
            </a:r>
            <a:endParaRPr sz="4500">
              <a:solidFill>
                <a:srgbClr val="006666"/>
              </a:solidFill>
            </a:endParaRPr>
          </a:p>
          <a:p xmlns:a="http://schemas.openxmlformats.org/drawingml/2006/main">
            <a:pPr algn="ctr">
              <a:buNone/>
            </a:pPr>
            <a:r>
              <a:rPr sz="3000" b="1">
                <a:solidFill>
                  <a:srgbClr val="006666"/>
                </a:solidFill>
                <a:latin typeface="微软雅黑"/>
                <a:ea typeface="微软雅黑"/>
                <a:cs typeface="微软雅黑"/>
              </a:rPr>
              <a:t>请各位专家批评指正</a:t>
            </a:r>
            <a:endParaRPr sz="4500">
              <a:solidFill>
                <a:srgbClr val="006666"/>
              </a:solidFill>
            </a:endParaRPr>
          </a:p>
        </p:txBody>
      </p:sp>
      <p:pic>
        <p:nvPicPr>
          <p:cNvPr id="5" name="Picture 2"/>
          <p:cNvPicPr>
            <a:picLocks xmlns:a="http://schemas.openxmlformats.org/drawingml/2006/main" noChangeAspect="1"/>
          </p:cNvPicPr>
          <p:nvPr/>
        </p:nvPicPr>
        <p:blipFill>
          <a:blip xmlns:r="http://schemas.openxmlformats.org/officeDocument/2006/relationships" xmlns:a="http://schemas.openxmlformats.org/drawingml/2006/main" r:embed="Rc536925c1e164b9b"/>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93837306"/>
      </p:ext>
    </p:extLst>
  </p:cSld>
</p:sld>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2026-08-10T11:00:14.0480000Z</dcterms:created>
  <dcterms:modified xsi:type="dcterms:W3CDTF">2026-08-10T11:00:14.0480000Z</dcterms:modified>
</coreProperties>
</file>