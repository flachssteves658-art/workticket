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c8bc5b0a3f248b9" /><Relationship Type="http://schemas.openxmlformats.org/officeDocument/2006/relationships/extended-properties" Target="/docProps/app.xml" Id="R6b7e04dd84904d84" /><Relationship Type="http://schemas.openxmlformats.org/officeDocument/2006/relationships/officeDocument" Target="/ppt/presentation.xml" Id="R91cf236684c44f0a" /></Relationships>
</file>

<file path=ppt/presentation.xml><?xml version="1.0" encoding="utf-8"?>
<p:presentation xmlns:p="http://schemas.openxmlformats.org/presentationml/2006/main">
  <p:sldMasterIdLst>
    <p:sldMasterId xmlns:r="http://schemas.openxmlformats.org/officeDocument/2006/relationships" id="2147483648" r:id="R6b24f6de8eca4edb"/>
  </p:sldMasterIdLst>
  <p:notesMasterIdLst>
    <p:notesMasterId xmlns:r="http://schemas.openxmlformats.org/officeDocument/2006/relationships" r:id="R5fe2d7ee9a9f4e14"/>
  </p:notesMasterIdLst>
  <p:sldIdLst>
    <p:sldId xmlns:r="http://schemas.openxmlformats.org/officeDocument/2006/relationships" id="256" r:id="R8a2a7c63a7b24be8"/>
    <p:sldId xmlns:r="http://schemas.openxmlformats.org/officeDocument/2006/relationships" id="257" r:id="R7dd319461f7041c8"/>
    <p:sldId xmlns:r="http://schemas.openxmlformats.org/officeDocument/2006/relationships" id="258" r:id="R2406fd1551f34223"/>
    <p:sldId xmlns:r="http://schemas.openxmlformats.org/officeDocument/2006/relationships" id="259" r:id="R65f2c07170814ba7"/>
    <p:sldId xmlns:r="http://schemas.openxmlformats.org/officeDocument/2006/relationships" id="260" r:id="R841b90d8e9d04fca"/>
    <p:sldId xmlns:r="http://schemas.openxmlformats.org/officeDocument/2006/relationships" id="261" r:id="R32e69f5a8c6842c8"/>
    <p:sldId xmlns:r="http://schemas.openxmlformats.org/officeDocument/2006/relationships" id="262" r:id="Rf5ed8ddd799a474b"/>
    <p:sldId xmlns:r="http://schemas.openxmlformats.org/officeDocument/2006/relationships" id="263" r:id="R8d371f6750c34cd9"/>
    <p:sldId xmlns:r="http://schemas.openxmlformats.org/officeDocument/2006/relationships" id="264" r:id="R628dc49ea35b47dc"/>
    <p:sldId xmlns:r="http://schemas.openxmlformats.org/officeDocument/2006/relationships" id="265" r:id="R5493dac02fd84312"/>
    <p:sldId xmlns:r="http://schemas.openxmlformats.org/officeDocument/2006/relationships" id="266" r:id="Rb7f48b70549c47ff"/>
    <p:sldId xmlns:r="http://schemas.openxmlformats.org/officeDocument/2006/relationships" id="267" r:id="R41631b42059c4d88"/>
    <p:sldId xmlns:r="http://schemas.openxmlformats.org/officeDocument/2006/relationships" id="268" r:id="R1fa0f5b81e0e4007"/>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546ebdd8e75c40eb" /><Relationship Type="http://schemas.openxmlformats.org/officeDocument/2006/relationships/slideMaster" Target="/ppt/slideMasters/slideMaster1.xml" Id="R6b24f6de8eca4edb" /><Relationship Type="http://schemas.openxmlformats.org/officeDocument/2006/relationships/notesMaster" Target="/ppt/notesMasters/notesMaster1.xml" Id="R5fe2d7ee9a9f4e14" /><Relationship Type="http://schemas.openxmlformats.org/officeDocument/2006/relationships/presProps" Target="/ppt/presProps.xml" Id="Rbc99fa0e89634472" /><Relationship Type="http://schemas.openxmlformats.org/officeDocument/2006/relationships/viewProps" Target="/ppt/viewProps.xml" Id="R4eb092b86e7b423b" /><Relationship Type="http://schemas.openxmlformats.org/officeDocument/2006/relationships/tableStyles" Target="/ppt/tableStyles.xml" Id="R48d6af4fe41b4425" /><Relationship Type="http://schemas.openxmlformats.org/officeDocument/2006/relationships/slide" Target="/ppt/slides/slide1.xml" Id="R8a2a7c63a7b24be8" /><Relationship Type="http://schemas.openxmlformats.org/officeDocument/2006/relationships/slide" Target="/ppt/slides/slide2.xml" Id="R7dd319461f7041c8" /><Relationship Type="http://schemas.openxmlformats.org/officeDocument/2006/relationships/slide" Target="/ppt/slides/slide3.xml" Id="R2406fd1551f34223" /><Relationship Type="http://schemas.openxmlformats.org/officeDocument/2006/relationships/slide" Target="/ppt/slides/slide4.xml" Id="R65f2c07170814ba7" /><Relationship Type="http://schemas.openxmlformats.org/officeDocument/2006/relationships/slide" Target="/ppt/slides/slide5.xml" Id="R841b90d8e9d04fca" /><Relationship Type="http://schemas.openxmlformats.org/officeDocument/2006/relationships/slide" Target="/ppt/slides/slide6.xml" Id="R32e69f5a8c6842c8" /><Relationship Type="http://schemas.openxmlformats.org/officeDocument/2006/relationships/slide" Target="/ppt/slides/slide7.xml" Id="Rf5ed8ddd799a474b" /><Relationship Type="http://schemas.openxmlformats.org/officeDocument/2006/relationships/slide" Target="/ppt/slides/slide8.xml" Id="R8d371f6750c34cd9" /><Relationship Type="http://schemas.openxmlformats.org/officeDocument/2006/relationships/slide" Target="/ppt/slides/slide9.xml" Id="R628dc49ea35b47dc" /><Relationship Type="http://schemas.openxmlformats.org/officeDocument/2006/relationships/slide" Target="/ppt/slides/slide10.xml" Id="R5493dac02fd84312" /><Relationship Type="http://schemas.openxmlformats.org/officeDocument/2006/relationships/slide" Target="/ppt/slides/slide11.xml" Id="Rb7f48b70549c47ff" /><Relationship Type="http://schemas.openxmlformats.org/officeDocument/2006/relationships/slide" Target="/ppt/slides/slide12.xml" Id="R41631b42059c4d88" /><Relationship Type="http://schemas.openxmlformats.org/officeDocument/2006/relationships/slide" Target="/ppt/slides/slide13.xml" Id="R1fa0f5b81e0e40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1e22a9fe4a4b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2e0abc2a6c4527" /><Relationship Type="http://schemas.openxmlformats.org/officeDocument/2006/relationships/notesMaster" Target="/ppt/notesMasters/notesMaster1.xml" Id="R7b2a4ba082c547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eee1d6f9864cff" /><Relationship Type="http://schemas.openxmlformats.org/officeDocument/2006/relationships/notesMaster" Target="/ppt/notesMasters/notesMaster1.xml" Id="R8d77520dac7045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2344ec17ef4ac5" /><Relationship Type="http://schemas.openxmlformats.org/officeDocument/2006/relationships/notesMaster" Target="/ppt/notesMasters/notesMaster1.xml" Id="R696ce0d7508c4e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eb974d49e74644" /><Relationship Type="http://schemas.openxmlformats.org/officeDocument/2006/relationships/notesMaster" Target="/ppt/notesMasters/notesMaster1.xml" Id="R61b8a77eaa0240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09fa25a146426f" /><Relationship Type="http://schemas.openxmlformats.org/officeDocument/2006/relationships/notesMaster" Target="/ppt/notesMasters/notesMaster1.xml" Id="Rff9d322b88b745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1859b311e44d20" /><Relationship Type="http://schemas.openxmlformats.org/officeDocument/2006/relationships/notesMaster" Target="/ppt/notesMasters/notesMaster1.xml" Id="Re4fd3ace2d2c43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2e6269afe54781" /><Relationship Type="http://schemas.openxmlformats.org/officeDocument/2006/relationships/notesMaster" Target="/ppt/notesMasters/notesMaster1.xml" Id="R8420b1055baa44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05fac15dd4440b" /><Relationship Type="http://schemas.openxmlformats.org/officeDocument/2006/relationships/notesMaster" Target="/ppt/notesMasters/notesMaster1.xml" Id="R92d1a4de78d24e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91e95dfe54aa474c" /><Relationship Type="http://schemas.openxmlformats.org/officeDocument/2006/relationships/notesMaster" Target="/ppt/notesMasters/notesMaster1.xml" Id="Rb45311e06eec46e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6ea820df0b746df" /><Relationship Type="http://schemas.openxmlformats.org/officeDocument/2006/relationships/notesMaster" Target="/ppt/notesMasters/notesMaster1.xml" Id="R7f2128de25e3430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82c000e41004ade" /><Relationship Type="http://schemas.openxmlformats.org/officeDocument/2006/relationships/notesMaster" Target="/ppt/notesMasters/notesMaster1.xml" Id="Rca60eb22f096445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dc53ad90314a43" /><Relationship Type="http://schemas.openxmlformats.org/officeDocument/2006/relationships/notesMaster" Target="/ppt/notesMasters/notesMaster1.xml" Id="Rc239d0990e044f8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93514a51d4f483a" /><Relationship Type="http://schemas.openxmlformats.org/officeDocument/2006/relationships/notesMaster" Target="/ppt/notesMasters/notesMaster1.xml" Id="R3ac529230b5a4b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lvl="0">
              <a:buNone/>
            </a:pPr>
            <a:r>
              <a:t>[Sources]</a:t>
            </a:r>
            <a:endParaRPr/>
          </a:p>
          <a:p xmlns:a="http://schemas.openxmlformats.org/drawingml/2006/main">
            <a:pPr lvl="0">
              <a:buNone/>
            </a:pPr>
            <a:r>
              <a:t>- 项目阶段性进展情况汇报-模板-对外(1).docx（阶段进展、数据与计划口径）</a:t>
            </a:r>
            <a:endParaRPr/>
          </a:p>
          <a:p xmlns:a="http://schemas.openxmlformats.org/drawingml/2006/main">
            <a:pPr lvl="0">
              <a:buNone/>
            </a:pPr>
            <a:r>
              <a:t>- 【开题审查】2026年国网华东分部基于多模态数据分析的电网安全智能管控关键技术研究.pptx（项目范围与视觉模板）</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ct val="30000"/>
              </a:spcBef>
              <a:spcAft>
                <a:spcPct val="0"/>
              </a:spcAft>
              <a:buClrTx/>
              <a:buSzTx/>
              <a:buFontTx/>
              <a:buNone/>
            </a:pPr>
            <a:r>
              <a:t>[Sources]</a:t>
            </a:r>
            <a:endParaRPr sz="1200" b="0" i="0" u="none" kern="1200" cap="none" spc="0" baseline="0">
              <a:ln>
                <a:noFill/>
              </a:ln>
              <a:solidFill>
                <a:schemeClr val="tx1"/>
              </a:solidFill>
              <a:latin typeface="+mn-lt"/>
              <a:ea typeface="+mn-lt"/>
              <a:cs typeface="+mn-lt"/>
            </a:endParaRPr>
          </a:p>
          <a:p xmlns:a="http://schemas.openxmlformats.org/drawingml/2006/main">
            <a:pPr marL="0" marR="0" lvl="0" indent="0" algn="l" defTabSz="914400">
              <a:lnSpc>
                <a:spcPct val="100000"/>
              </a:lnSpc>
              <a:spcBef>
                <a:spcPct val="30000"/>
              </a:spcBef>
              <a:spcAft>
                <a:spcPct val="0"/>
              </a:spcAft>
              <a:buClrTx/>
              <a:buSzTx/>
              <a:buFontTx/>
              <a:buNone/>
            </a:pPr>
            <a:r>
              <a:t>- 项目阶段性进展情况汇报-模板-对外(1).docx（阶段进展、数据与计划口径）</a:t>
            </a:r>
            <a:endParaRPr sz="1200" b="0" i="0" u="none" kern="1200" cap="none" spc="0" baseline="0">
              <a:ln>
                <a:noFill/>
              </a:ln>
              <a:solidFill>
                <a:schemeClr val="tx1"/>
              </a:solidFill>
              <a:latin typeface="+mn-lt"/>
              <a:ea typeface="+mn-lt"/>
              <a:cs typeface="+mn-lt"/>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ct val="30000"/>
              </a:spcBef>
              <a:spcAft>
                <a:spcPct val="0"/>
              </a:spcAft>
              <a:buClrTx/>
              <a:buSzTx/>
              <a:buFontTx/>
              <a:buNone/>
            </a:pPr>
            <a:r>
              <a:t>[Sources]</a:t>
            </a:r>
            <a:endParaRPr sz="1200" b="0" i="0" u="none" kern="1200" cap="none" spc="0" baseline="0">
              <a:ln>
                <a:noFill/>
              </a:ln>
              <a:solidFill>
                <a:schemeClr val="tx1"/>
              </a:solidFill>
              <a:latin typeface="+mn-lt"/>
              <a:ea typeface="+mn-lt"/>
              <a:cs typeface="+mn-lt"/>
            </a:endParaRPr>
          </a:p>
          <a:p xmlns:a="http://schemas.openxmlformats.org/drawingml/2006/main">
            <a:pPr marL="0" marR="0" lvl="0" indent="0" algn="l" defTabSz="914400">
              <a:lnSpc>
                <a:spcPct val="100000"/>
              </a:lnSpc>
              <a:spcBef>
                <a:spcPct val="30000"/>
              </a:spcBef>
              <a:spcAft>
                <a:spcPct val="0"/>
              </a:spcAft>
              <a:buClrTx/>
              <a:buSzTx/>
              <a:buFontTx/>
              <a:buNone/>
            </a:pPr>
            <a:r>
              <a:t>- 项目阶段性进展情况汇报-模板-对外(1).docx（阶段进展、数据与计划口径）</a:t>
            </a:r>
            <a:endParaRPr sz="1200" b="0" i="0" u="none" kern="1200" cap="none" spc="0" baseline="0">
              <a:ln>
                <a:noFill/>
              </a:ln>
              <a:solidFill>
                <a:schemeClr val="tx1"/>
              </a:solidFill>
              <a:latin typeface="+mn-lt"/>
              <a:ea typeface="+mn-lt"/>
              <a:cs typeface="+mn-lt"/>
            </a:endParaRPr>
          </a:p>
          <a:p xmlns:a="http://schemas.openxmlformats.org/drawingml/2006/main">
            <a:pPr marL="0" marR="0" lvl="0" indent="0" algn="l" defTabSz="914400">
              <a:lnSpc>
                <a:spcPct val="100000"/>
              </a:lnSpc>
              <a:spcBef>
                <a:spcPct val="30000"/>
              </a:spcBef>
              <a:spcAft>
                <a:spcPct val="0"/>
              </a:spcAft>
              <a:buClrTx/>
              <a:buSzTx/>
              <a:buFontTx/>
              <a:buNone/>
            </a:pPr>
            <a:r>
              <a:t>- PROJECT_GUIDE.md（系统能力概览）</a:t>
            </a:r>
            <a:endParaRPr sz="1200" b="0" i="0" u="none" kern="1200" cap="none" spc="0" baseline="0">
              <a:ln>
                <a:noFill/>
              </a:ln>
              <a:solidFill>
                <a:schemeClr val="tx1"/>
              </a:solidFill>
              <a:latin typeface="+mn-lt"/>
              <a:ea typeface="+mn-lt"/>
              <a:cs typeface="+mn-lt"/>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ct val="30000"/>
              </a:spcBef>
              <a:spcAft>
                <a:spcPct val="0"/>
              </a:spcAft>
              <a:buClrTx/>
              <a:buSzTx/>
              <a:buFontTx/>
              <a:buNone/>
            </a:pPr>
            <a:r>
              <a:t>[Sources]</a:t>
            </a:r>
            <a:endParaRPr sz="1200" b="0" i="0" u="none" kern="1200" cap="none" spc="0" baseline="0">
              <a:ln>
                <a:noFill/>
              </a:ln>
              <a:solidFill>
                <a:schemeClr val="tx1"/>
              </a:solidFill>
              <a:latin typeface="+mn-lt"/>
              <a:ea typeface="+mn-lt"/>
              <a:cs typeface="+mn-lt"/>
            </a:endParaRPr>
          </a:p>
          <a:p xmlns:a="http://schemas.openxmlformats.org/drawingml/2006/main">
            <a:pPr marL="0" marR="0" lvl="0" indent="0" algn="l" defTabSz="914400">
              <a:lnSpc>
                <a:spcPct val="100000"/>
              </a:lnSpc>
              <a:spcBef>
                <a:spcPct val="30000"/>
              </a:spcBef>
              <a:spcAft>
                <a:spcPct val="0"/>
              </a:spcAft>
              <a:buClrTx/>
              <a:buSzTx/>
              <a:buFontTx/>
              <a:buNone/>
            </a:pPr>
            <a:r>
              <a:t>- 项目阶段性进展情况汇报-模板-对外(1).docx（阶段进展、数据与计划口径）</a:t>
            </a:r>
            <a:endParaRPr sz="1200" b="0" i="0" u="none" kern="1200" cap="none" spc="0" baseline="0">
              <a:ln>
                <a:noFill/>
              </a:ln>
              <a:solidFill>
                <a:schemeClr val="tx1"/>
              </a:solidFill>
              <a:latin typeface="+mn-lt"/>
              <a:ea typeface="+mn-lt"/>
              <a:cs typeface="+mn-lt"/>
            </a:endParaRPr>
          </a:p>
          <a:p xmlns:a="http://schemas.openxmlformats.org/drawingml/2006/main">
            <a:pPr marL="0" marR="0" lvl="0" indent="0" algn="l" defTabSz="914400">
              <a:lnSpc>
                <a:spcPct val="100000"/>
              </a:lnSpc>
              <a:spcBef>
                <a:spcPct val="30000"/>
              </a:spcBef>
              <a:spcAft>
                <a:spcPct val="0"/>
              </a:spcAft>
              <a:buClrTx/>
              <a:buSzTx/>
              <a:buFontTx/>
              <a:buNone/>
            </a:pPr>
            <a:r>
              <a:t>- 【开题审查】2026年国网华东分部基于多模态数据分析的电网安全智能管控关键技术研究.pptx（项目范围与视觉模板）</a:t>
            </a:r>
            <a:endParaRPr sz="1200" b="0" i="0" u="none" kern="1200" cap="none" spc="0" baseline="0">
              <a:ln>
                <a:noFill/>
              </a:ln>
              <a:solidFill>
                <a:schemeClr val="tx1"/>
              </a:solidFill>
              <a:latin typeface="+mn-lt"/>
              <a:ea typeface="+mn-lt"/>
              <a:cs typeface="+mn-lt"/>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【开题审查】2026年国网华东分部基于多模态数据分析的电网安全智能管控关键技术研究.pptx（项目范围与视觉模板）</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ct val="30000"/>
              </a:spcBef>
              <a:spcAft>
                <a:spcPct val="0"/>
              </a:spcAft>
              <a:buClrTx/>
              <a:buSzTx/>
              <a:buFontTx/>
              <a:buNone/>
            </a:pPr>
            <a:r>
              <a:t>[Sources]</a:t>
            </a:r>
            <a:endParaRPr sz="1200" b="0" i="0" u="none" kern="1200" cap="none" spc="0" baseline="0">
              <a:ln>
                <a:noFill/>
              </a:ln>
              <a:solidFill>
                <a:schemeClr val="tx1"/>
              </a:solidFill>
              <a:latin typeface="+mn-lt"/>
              <a:ea typeface="+mn-lt"/>
              <a:cs typeface="+mn-lt"/>
            </a:endParaRPr>
          </a:p>
          <a:p xmlns:a="http://schemas.openxmlformats.org/drawingml/2006/main">
            <a:pPr marL="0" marR="0" lvl="0" indent="0" algn="l" defTabSz="914400">
              <a:lnSpc>
                <a:spcPct val="100000"/>
              </a:lnSpc>
              <a:spcBef>
                <a:spcPct val="30000"/>
              </a:spcBef>
              <a:spcAft>
                <a:spcPct val="0"/>
              </a:spcAft>
              <a:buClrTx/>
              <a:buSzTx/>
              <a:buFontTx/>
              <a:buNone/>
            </a:pPr>
            <a:r>
              <a:t>- PROJECT_GUIDE.md</a:t>
            </a:r>
            <a:endParaRPr sz="1200" b="0" i="0" u="none" kern="1200" cap="none" spc="0" baseline="0">
              <a:ln>
                <a:noFill/>
              </a:ln>
              <a:solidFill>
                <a:schemeClr val="tx1"/>
              </a:solidFill>
              <a:latin typeface="+mn-lt"/>
              <a:ea typeface="+mn-lt"/>
              <a:cs typeface="+mn-lt"/>
            </a:endParaRPr>
          </a:p>
          <a:p xmlns:a="http://schemas.openxmlformats.org/drawingml/2006/main">
            <a:pPr marL="0" marR="0" lvl="0" indent="0" algn="l" defTabSz="914400">
              <a:lnSpc>
                <a:spcPct val="100000"/>
              </a:lnSpc>
              <a:spcBef>
                <a:spcPct val="30000"/>
              </a:spcBef>
              <a:spcAft>
                <a:spcPct val="0"/>
              </a:spcAft>
              <a:buClrTx/>
              <a:buSzTx/>
              <a:buFontTx/>
              <a:buNone/>
            </a:pPr>
            <a:r>
              <a:t>- service/unified_pipeline.py</a:t>
            </a:r>
            <a:endParaRPr sz="1200" b="0" i="0" u="none" kern="1200" cap="none" spc="0" baseline="0">
              <a:ln>
                <a:noFill/>
              </a:ln>
              <a:solidFill>
                <a:schemeClr val="tx1"/>
              </a:solidFill>
              <a:latin typeface="+mn-lt"/>
              <a:ea typeface="+mn-lt"/>
              <a:cs typeface="+mn-lt"/>
            </a:endParaRPr>
          </a:p>
          <a:p xmlns:a="http://schemas.openxmlformats.org/drawingml/2006/main">
            <a:pPr marL="0" marR="0" lvl="0" indent="0" algn="l" defTabSz="914400">
              <a:lnSpc>
                <a:spcPct val="100000"/>
              </a:lnSpc>
              <a:spcBef>
                <a:spcPct val="30000"/>
              </a:spcBef>
              <a:spcAft>
                <a:spcPct val="0"/>
              </a:spcAft>
              <a:buClrTx/>
              <a:buSzTx/>
              <a:buFontTx/>
              <a:buNone/>
            </a:pPr>
            <a:r>
              <a:t>- service/ollama_client.py</a:t>
            </a:r>
            <a:endParaRPr sz="1200" b="0" i="0" u="none" kern="1200" cap="none" spc="0" baseline="0">
              <a:ln>
                <a:noFill/>
              </a:ln>
              <a:solidFill>
                <a:schemeClr val="tx1"/>
              </a:solidFill>
              <a:latin typeface="+mn-lt"/>
              <a:ea typeface="+mn-lt"/>
              <a:cs typeface="+mn-lt"/>
            </a:endParaRPr>
          </a:p>
          <a:p xmlns:a="http://schemas.openxmlformats.org/drawingml/2006/main">
            <a:pPr marL="0" marR="0" lvl="0" indent="0" algn="l" defTabSz="914400">
              <a:lnSpc>
                <a:spcPct val="100000"/>
              </a:lnSpc>
              <a:spcBef>
                <a:spcPct val="30000"/>
              </a:spcBef>
              <a:spcAft>
                <a:spcPct val="0"/>
              </a:spcAft>
              <a:buClrTx/>
              <a:buSzTx/>
              <a:buFontTx/>
              <a:buNone/>
            </a:pPr>
            <a:r>
              <a:t>- service/neo4j_client.py</a:t>
            </a:r>
            <a:endParaRPr sz="1200" b="0" i="0" u="none" kern="1200" cap="none" spc="0" baseline="0">
              <a:ln>
                <a:noFill/>
              </a:ln>
              <a:solidFill>
                <a:schemeClr val="tx1"/>
              </a:solidFill>
              <a:latin typeface="+mn-lt"/>
              <a:ea typeface="+mn-lt"/>
              <a:cs typeface="+mn-lt"/>
            </a:endParaRPr>
          </a:p>
          <a:p xmlns:a="http://schemas.openxmlformats.org/drawingml/2006/main">
            <a:pPr marL="0" marR="0" lvl="0" indent="0" algn="l" defTabSz="914400">
              <a:lnSpc>
                <a:spcPct val="100000"/>
              </a:lnSpc>
              <a:spcBef>
                <a:spcPct val="30000"/>
              </a:spcBef>
              <a:spcAft>
                <a:spcPct val="0"/>
              </a:spcAft>
              <a:buClrTx/>
              <a:buSzTx/>
              <a:buFontTx/>
              <a:buNone/>
            </a:pPr>
            <a:r>
              <a:t>- service/api_server.py</a:t>
            </a:r>
            <a:endParaRPr sz="1200" b="0" i="0" u="none" kern="1200" cap="none" spc="0" baseline="0">
              <a:ln>
                <a:noFill/>
              </a:ln>
              <a:solidFill>
                <a:schemeClr val="tx1"/>
              </a:solidFill>
              <a:latin typeface="+mn-lt"/>
              <a:ea typeface="+mn-lt"/>
              <a:cs typeface="+mn-lt"/>
            </a:endParaRPr>
          </a:p>
          <a:p xmlns:a="http://schemas.openxmlformats.org/drawingml/2006/main">
            <a:pPr marL="0" marR="0" lvl="0" indent="0" algn="l" defTabSz="914400">
              <a:lnSpc>
                <a:spcPct val="100000"/>
              </a:lnSpc>
              <a:spcBef>
                <a:spcPct val="30000"/>
              </a:spcBef>
              <a:spcAft>
                <a:spcPct val="0"/>
              </a:spcAft>
              <a:buClrTx/>
              <a:buSzTx/>
              <a:buFontTx/>
              <a:buNone/>
            </a:pPr>
            <a:r>
              <a:t>- service/web_ui.py</a:t>
            </a:r>
            <a:endParaRPr sz="1200" b="0" i="0" u="none" kern="1200" cap="none" spc="0" baseline="0">
              <a:ln>
                <a:noFill/>
              </a:ln>
              <a:solidFill>
                <a:schemeClr val="tx1"/>
              </a:solidFill>
              <a:latin typeface="+mn-lt"/>
              <a:ea typeface="+mn-lt"/>
              <a:cs typeface="+mn-lt"/>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项目阶段性进展情况汇报-模板-对外(1).docx（阶段进展、数据与计划口径）</a:t>
            </a:r>
            <a:endParaRPr/>
          </a:p>
          <a:p xmlns:a="http://schemas.openxmlformats.org/drawingml/2006/main">
            <a:r>
              <a:t>- paddle_models/preprocess_and_ocr.py</a:t>
            </a:r>
            <a:endParaRPr/>
          </a:p>
          <a:p xmlns:a="http://schemas.openxmlformats.org/drawingml/2006/main">
            <a:r>
              <a:t>- paddle_models/img/test1.png</a:t>
            </a:r>
            <a:endParaRPr/>
          </a:p>
          <a:p xmlns:a="http://schemas.openxmlformats.org/drawingml/2006/main">
            <a:r>
              <a:t>- pipeline_output/test1_preprocessed_binary.png</a:t>
            </a:r>
            <a:endParaRPr/>
          </a:p>
          <a:p xmlns:a="http://schemas.openxmlformats.org/drawingml/2006/main">
            <a:r>
              <a:t>- pipeline_output/imgs/img_in_table_box_140_851_851_1249.jpg</a:t>
            </a:r>
            <a:endParaRPr/>
          </a:p>
          <a:p xmlns:a="http://schemas.openxmlformats.org/drawingml/2006/main">
            <a:r>
              <a:t>- pipeline_output/test1_ner.json（可用样例为rule_fallback模式）</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项目阶段性进展情况汇报-模板-对外(1).docx（阶段进展、数据与计划口径）</a:t>
            </a:r>
            <a:endParaRPr/>
          </a:p>
          <a:p xmlns:a="http://schemas.openxmlformats.org/drawingml/2006/main">
            <a:r>
              <a:t>- service/neo4j_client.py</a:t>
            </a:r>
            <a:endParaRPr/>
          </a:p>
          <a:p xmlns:a="http://schemas.openxmlformats.org/drawingml/2006/main">
            <a:r>
              <a:t>- service/seed_infrastructure.py</a:t>
            </a:r>
            <a:endParaRPr/>
          </a:p>
          <a:p xmlns:a="http://schemas.openxmlformats.org/drawingml/2006/main">
            <a:r>
              <a:t>- service/ingest_mock_data.py</a:t>
            </a:r>
            <a:endParaRPr/>
          </a:p>
          <a:p xmlns:a="http://schemas.openxmlformats.org/drawingml/2006/main">
            <a:r>
              <a:t>- 【开题审查】2026年国网华东分部基于多模态数据分析的电网安全智能管控关键技术研究.pptx（项目范围与视觉模板）</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ct val="30000"/>
              </a:spcBef>
              <a:spcAft>
                <a:spcPct val="0"/>
              </a:spcAft>
              <a:buClrTx/>
              <a:buSzTx/>
              <a:buFontTx/>
              <a:buNone/>
            </a:pPr>
            <a:r>
              <a:t>[Sources]</a:t>
            </a:r>
            <a:endParaRPr sz="1200" b="0" i="0" u="none" kern="1200" cap="none" spc="0" baseline="0">
              <a:ln>
                <a:noFill/>
              </a:ln>
              <a:solidFill>
                <a:schemeClr val="tx1"/>
              </a:solidFill>
              <a:latin typeface="+mn-lt"/>
              <a:ea typeface="+mn-lt"/>
              <a:cs typeface="+mn-lt"/>
            </a:endParaRPr>
          </a:p>
          <a:p xmlns:a="http://schemas.openxmlformats.org/drawingml/2006/main">
            <a:pPr marL="0" marR="0" lvl="0" indent="0" algn="l" defTabSz="914400">
              <a:lnSpc>
                <a:spcPct val="100000"/>
              </a:lnSpc>
              <a:spcBef>
                <a:spcPct val="30000"/>
              </a:spcBef>
              <a:spcAft>
                <a:spcPct val="0"/>
              </a:spcAft>
              <a:buClrTx/>
              <a:buSzTx/>
              <a:buFontTx/>
              <a:buNone/>
            </a:pPr>
            <a:r>
              <a:t>- 项目阶段性进展情况汇报-模板-对外(1).docx（阶段进展、数据与计划口径）</a:t>
            </a:r>
            <a:endParaRPr sz="1200" b="0" i="0" u="none" kern="1200" cap="none" spc="0" baseline="0">
              <a:ln>
                <a:noFill/>
              </a:ln>
              <a:solidFill>
                <a:schemeClr val="tx1"/>
              </a:solidFill>
              <a:latin typeface="+mn-lt"/>
              <a:ea typeface="+mn-lt"/>
              <a:cs typeface="+mn-lt"/>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项目阶段性进展情况汇报-模板-对外(1).docx（阶段进展、数据与计划口径）</a:t>
            </a:r>
            <a:endParaRPr/>
          </a:p>
          <a:p xmlns:a="http://schemas.openxmlformats.org/drawingml/2006/main">
            <a:r>
              <a:t>- PROJECT_GUIDE.md</a:t>
            </a:r>
            <a:endParaRPr/>
          </a:p>
          <a:p xmlns:a="http://schemas.openxmlformats.org/drawingml/2006/main">
            <a:r>
              <a:t>- service/unified_pipeline.py</a:t>
            </a:r>
            <a:endParaRPr/>
          </a:p>
          <a:p xmlns:a="http://schemas.openxmlformats.org/drawingml/2006/main">
            <a:r>
              <a:t>- service/neo4j_client.py</a:t>
            </a:r>
            <a:endParaRPr/>
          </a:p>
          <a:p xmlns:a="http://schemas.openxmlformats.org/drawingml/2006/main">
            <a:r>
              <a:t>- service/api_server.py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项目阶段性进展情况汇报-模板-对外(1).docx（阶段进展、数据与计划口径）</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项目阶段性进展情况汇报-模板-对外(1).docx（阶段进展、数据与计划口径）</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项目阶段性进展情况汇报-模板-对外(1).docx（阶段进展、数据与计划口径）</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1d74e8e2424ce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53f9e40baba4d2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8599349bd3248c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3e0d2698b4b4ad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738eebb97e948a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59bddb0ec4146c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2245546fa29421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87eb58e8c9d410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3e6ee08b753444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c01c574415747d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615eaa213fd4455"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e631c5c540fa4220"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d9aa49138f644a75"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ded8e61d298a419d" /></Relationships>
</file>

<file path=ppt/slideLayouts/slideLayout1.xml><?xml version="1.0" encoding="utf-8"?>
<p:sldLayout xmlns:p="http://schemas.openxmlformats.org/presentationml/2006/main" userDrawn="1">
  <p:cSld name="1_标题幻灯片">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F82280B0-3E6F-4F42-88E2-D36B7ECB6183}"/>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gradFill xmlns:a="http://schemas.openxmlformats.org/drawingml/2006/main">
            <a:gsLst>
              <a:gs pos="0">
                <a:schemeClr val="bg1">
                  <a:lumMod val="95000"/>
                </a:schemeClr>
              </a:gs>
              <a:gs pos="50000">
                <a:srgbClr val="F7F7F7"/>
              </a:gs>
              <a:gs pos="100000">
                <a:srgbClr val="FCFCFC"/>
              </a:gs>
            </a:gsLst>
            <a:lin ang="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5"/>
          </a:p>
        </p:txBody>
      </p:sp>
      <p:sp>
        <p:nvSpPr>
          <p:cNvPr id="7" name="文本占位符 6">
            <a:extLst xmlns:a="http://schemas.openxmlformats.org/drawingml/2006/main">
              <a:ext uri="{FF2B5EF4-FFF2-40B4-BE49-F238E27FC236}">
                <a16:creationId xmlns:a16="http://schemas.microsoft.com/office/drawing/2014/main" id="{ED95C224-3BF8-463C-9DB1-478D7346C5A1}"/>
              </a:ext>
            </a:extLst>
          </p:cNvPr>
          <p:cNvSpPr>
            <a:spLocks xmlns:a="http://schemas.openxmlformats.org/drawingml/2006/main" noGrp="1"/>
          </p:cNvSpPr>
          <p:nvPr>
            <p:ph type="body" idx="10"/>
          </p:nvPr>
        </p:nvSpPr>
        <p:spPr>
          <a:xfrm xmlns:a="http://schemas.openxmlformats.org/drawingml/2006/main">
            <a:off x="261117" y="176902"/>
            <a:ext cx="4704464" cy="382269"/>
          </a:xfrm>
          <a:prstGeom xmlns:a="http://schemas.openxmlformats.org/drawingml/2006/main" prst="rect">
            <a:avLst/>
          </a:prstGeom>
        </p:spPr>
        <p:txBody>
          <a:bodyPr xmlns:a="http://schemas.openxmlformats.org/drawingml/2006/main">
            <a:noAutofit/>
          </a:bodyPr>
          <a:lstStyle xmlns:a="http://schemas.openxmlformats.org/drawingml/2006/main">
            <a:lvl1pPr marL="0" indent="0">
              <a:buNone/>
              <a:defRPr sz="2600" b="1" spc="190" baseline="0">
                <a:solidFill>
                  <a:schemeClr val="tx1">
                    <a:lumMod val="75000"/>
                    <a:lumOff val="25000"/>
                  </a:schemeClr>
                </a:solidFill>
                <a:latin typeface="微软雅黑"/>
                <a:ea typeface="微软雅黑"/>
                <a:cs typeface="微软雅黑"/>
              </a:defRPr>
            </a:lvl1pPr>
          </a:lstStyle>
          <a:p xmlns:a="http://schemas.openxmlformats.org/drawingml/2006/main">
            <a:pPr lvl="0">
              <a:buNone/>
            </a:pPr>
            <a:endParaRPr/>
          </a:p>
        </p:txBody>
      </p:sp>
    </p:spTree>
  </p:cSld>
</p:sldLayout>
</file>

<file path=ppt/slideLayouts/slideLayout2.xml><?xml version="1.0" encoding="utf-8"?>
<p:sldLayout xmlns:p="http://schemas.openxmlformats.org/presentationml/2006/main" userDrawn="1">
  <p:cSld name="2_标题幻灯片">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FD1CA0BE-953E-47AF-9020-369C1CF20313}"/>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gradFill xmlns:a="http://schemas.openxmlformats.org/drawingml/2006/main">
            <a:gsLst>
              <a:gs pos="0">
                <a:schemeClr val="bg1">
                  <a:lumMod val="95000"/>
                </a:schemeClr>
              </a:gs>
              <a:gs pos="50000">
                <a:srgbClr val="F7F7F7"/>
              </a:gs>
              <a:gs pos="100000">
                <a:srgbClr val="FCFCFC"/>
              </a:gs>
            </a:gsLst>
            <a:lin ang="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5"/>
          </a:p>
        </p:txBody>
      </p:sp>
      <p:sp>
        <p:nvSpPr>
          <p:cNvPr id="7" name="文本占位符 6">
            <a:extLst xmlns:a="http://schemas.openxmlformats.org/drawingml/2006/main">
              <a:ext uri="{FF2B5EF4-FFF2-40B4-BE49-F238E27FC236}">
                <a16:creationId xmlns:a16="http://schemas.microsoft.com/office/drawing/2014/main" id="{53616A4A-449C-4F53-A028-900B93FA77ED}"/>
              </a:ext>
            </a:extLst>
          </p:cNvPr>
          <p:cNvSpPr>
            <a:spLocks xmlns:a="http://schemas.openxmlformats.org/drawingml/2006/main" noGrp="1"/>
          </p:cNvSpPr>
          <p:nvPr>
            <p:ph type="body" idx="10"/>
          </p:nvPr>
        </p:nvSpPr>
        <p:spPr>
          <a:xfrm xmlns:a="http://schemas.openxmlformats.org/drawingml/2006/main">
            <a:off x="261117" y="176902"/>
            <a:ext cx="4704464" cy="382269"/>
          </a:xfrm>
          <a:prstGeom xmlns:a="http://schemas.openxmlformats.org/drawingml/2006/main" prst="rect">
            <a:avLst/>
          </a:prstGeom>
        </p:spPr>
        <p:txBody>
          <a:bodyPr xmlns:a="http://schemas.openxmlformats.org/drawingml/2006/main">
            <a:noAutofit/>
          </a:bodyPr>
          <a:lstStyle xmlns:a="http://schemas.openxmlformats.org/drawingml/2006/main">
            <a:lvl1pPr marL="0" indent="0">
              <a:buNone/>
              <a:defRPr sz="2600" b="1" spc="190" baseline="0">
                <a:solidFill>
                  <a:schemeClr val="tx1">
                    <a:lumMod val="75000"/>
                    <a:lumOff val="25000"/>
                  </a:schemeClr>
                </a:solidFill>
                <a:latin typeface="微软雅黑"/>
                <a:ea typeface="微软雅黑"/>
                <a:cs typeface="微软雅黑"/>
              </a:defRPr>
            </a:lvl1pPr>
          </a:lstStyle>
          <a:p xmlns:a="http://schemas.openxmlformats.org/drawingml/2006/main">
            <a:pPr lvl="0">
              <a:buNone/>
            </a:pPr>
            <a:endParaRPr/>
          </a:p>
        </p:txBody>
      </p:sp>
    </p:spTree>
  </p:cSld>
</p:sldLayout>
</file>

<file path=ppt/slideLayouts/slideLayout3.xml><?xml version="1.0" encoding="utf-8"?>
<p:sldLayout xmlns:p="http://schemas.openxmlformats.org/presentationml/2006/main" preserve="1" userDrawn="1">
  <p:cSld name="自定义版式">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6263170-FF3D-47C8-B23C-9FB6D1968EB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endParaRPr/>
          </a:p>
        </p:txBody>
      </p:sp>
      <p:sp>
        <p:nvSpPr>
          <p:cNvPr id="3" name="日期占位符 2">
            <a:extLst xmlns:a="http://schemas.openxmlformats.org/drawingml/2006/main">
              <a:ext uri="{FF2B5EF4-FFF2-40B4-BE49-F238E27FC236}">
                <a16:creationId xmlns:a16="http://schemas.microsoft.com/office/drawing/2014/main" id="{E6075F48-2926-4FF5-AA78-18931E6B03F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4" name="页脚占位符 3">
            <a:extLst xmlns:a="http://schemas.openxmlformats.org/drawingml/2006/main">
              <a:ext uri="{FF2B5EF4-FFF2-40B4-BE49-F238E27FC236}">
                <a16:creationId xmlns:a16="http://schemas.microsoft.com/office/drawing/2014/main" id="{9E3A9656-E351-4245-A5B5-19E9B27F969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灯片编号占位符 4">
            <a:extLst xmlns:a="http://schemas.openxmlformats.org/drawingml/2006/main">
              <a:ext uri="{FF2B5EF4-FFF2-40B4-BE49-F238E27FC236}">
                <a16:creationId xmlns:a16="http://schemas.microsoft.com/office/drawing/2014/main" id="{2E2A3901-80A4-4D86-9911-EB9781BDF7C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4.xml><?xml version="1.0" encoding="utf-8"?>
<p:sldLayout xmlns:p="http://schemas.openxmlformats.org/presentationml/2006/main" type="title" preserve="1">
  <p:cSld name="标题幻灯片">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4D4DB60-90DC-4349-A09A-EEE371AAE2A3}"/>
              </a:ext>
            </a:extLst>
          </p:cNvPr>
          <p:cNvSpPr>
            <a:spLocks xmlns:a="http://schemas.openxmlformats.org/drawingml/2006/main" noGrp="1"/>
          </p:cNvSpPr>
          <p:nvPr>
            <p:ph type="ctrTitle" idx="0" hasCustomPrompt="1"/>
          </p:nvPr>
        </p:nvSpPr>
        <p:spPr>
          <a:xfrm xmlns:a="http://schemas.openxmlformats.org/drawingml/2006/main">
            <a:off x="1143000" y="992222"/>
            <a:ext cx="6858000" cy="1640251"/>
          </a:xfrm>
        </p:spPr>
        <p:txBody>
          <a:bodyPr xmlns:a="http://schemas.openxmlformats.org/drawingml/2006/main" anchor="b">
            <a:normAutofit/>
          </a:bodyPr>
          <a:lstStyle xmlns:a="http://schemas.openxmlformats.org/drawingml/2006/main">
            <a:lvl1pPr algn="ctr">
              <a:lnSpc>
                <a:spcPct val="130000"/>
              </a:lnSpc>
              <a:buNone/>
              <a:defRPr sz="4500">
                <a:effectLst>
                  <a:outerShdw blurRad="38100" dist="38100" dir="2700000" algn="tl">
                    <a:srgbClr val="000000">
                      <a:alpha val="43137"/>
                    </a:srgbClr>
                  </a:outerShdw>
                </a:effectLst>
              </a:defRPr>
            </a:lvl1pPr>
          </a:lstStyle>
          <a:p xmlns:a="http://schemas.openxmlformats.org/drawingml/2006/main">
            <a:r>
              <a:t>单击此处添加标题</a:t>
            </a:r>
            <a:endParaRPr/>
          </a:p>
        </p:txBody>
      </p:sp>
      <p:sp>
        <p:nvSpPr>
          <p:cNvPr id="4" name="日期占位符 3">
            <a:extLst xmlns:a="http://schemas.openxmlformats.org/drawingml/2006/main">
              <a:ext uri="{FF2B5EF4-FFF2-40B4-BE49-F238E27FC236}">
                <a16:creationId xmlns:a16="http://schemas.microsoft.com/office/drawing/2014/main" id="{ED863AB3-6D16-44D5-8430-A49DD54DA54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页脚占位符 4">
            <a:extLst xmlns:a="http://schemas.openxmlformats.org/drawingml/2006/main">
              <a:ext uri="{FF2B5EF4-FFF2-40B4-BE49-F238E27FC236}">
                <a16:creationId xmlns:a16="http://schemas.microsoft.com/office/drawing/2014/main" id="{D3B43C41-794A-4B68-81FE-941B3311D4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B312B71F-5525-4DE5-AE89-9F82CB04D8D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
        <p:nvSpPr>
          <p:cNvPr id="3" name="副标题 2">
            <a:extLst xmlns:a="http://schemas.openxmlformats.org/drawingml/2006/main">
              <a:ext uri="{FF2B5EF4-FFF2-40B4-BE49-F238E27FC236}">
                <a16:creationId xmlns:a16="http://schemas.microsoft.com/office/drawing/2014/main" id="{14270661-C3B3-4C7D-AE93-EA05B1BD0FEF}"/>
              </a:ext>
            </a:extLst>
          </p:cNvPr>
          <p:cNvSpPr>
            <a:spLocks xmlns:a="http://schemas.openxmlformats.org/drawingml/2006/main" noGrp="1"/>
          </p:cNvSpPr>
          <p:nvPr>
            <p:ph type="subTitle" idx="1" hasCustomPrompt="1"/>
          </p:nvPr>
        </p:nvSpPr>
        <p:spPr>
          <a:xfrm xmlns:a="http://schemas.openxmlformats.org/drawingml/2006/main">
            <a:off x="1143000" y="2701529"/>
            <a:ext cx="6858000" cy="1241822"/>
          </a:xfrm>
        </p:spPr>
        <p:txBody>
          <a:bodyPr xmlns:a="http://schemas.openxmlformats.org/drawingml/2006/main">
            <a:normAutofit/>
          </a:bodyPr>
          <a:lstStyle xmlns:a="http://schemas.openxmlformats.org/drawingml/2006/main">
            <a:lvl1pPr marL="0" indent="0" algn="ctr">
              <a:buNone/>
              <a:defRPr sz="1350">
                <a:solidFill>
                  <a:schemeClr val="tx1">
                    <a:lumMod val="75000"/>
                    <a:lumOff val="25000"/>
                  </a:schemeClr>
                </a:solidFill>
                <a:latin typeface="+mj-lt"/>
                <a:ea typeface="+mj-lt"/>
                <a:cs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xmlns:a="http://schemas.openxmlformats.org/drawingml/2006/main">
            <a:r>
              <a:t>单击此处添加副标题</a:t>
            </a:r>
            <a:endParaRPr/>
          </a:p>
        </p:txBody>
      </p:sp>
    </p:spTree>
  </p:cSld>
</p:sldLayout>
</file>

<file path=ppt/slideLayouts/slideLayout5.xml><?xml version="1.0" encoding="utf-8"?>
<p:sldLayout xmlns:p="http://schemas.openxmlformats.org/presentationml/2006/main" type="obj" preserve="1">
  <p:cSld name="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796380A-CEDB-46DC-8A75-BA08B3C9F459}"/>
              </a:ext>
            </a:extLst>
          </p:cNvPr>
          <p:cNvSpPr>
            <a:spLocks xmlns:a="http://schemas.openxmlformats.org/drawingml/2006/main" noGrp="1"/>
          </p:cNvSpPr>
          <p:nvPr>
            <p:ph type="title" idx="0"/>
          </p:nvPr>
        </p:nvSpPr>
        <p:spPr>
          <a:xfrm xmlns:a="http://schemas.openxmlformats.org/drawingml/2006/main">
            <a:off x="485775" y="193834"/>
            <a:ext cx="7886700" cy="994172"/>
          </a:xfrm>
        </p:spPr>
        <p:txBody>
          <a:bodyPr xmlns:a="http://schemas.openxmlformats.org/drawingml/2006/main" anchor="ctr">
            <a:normAutofit/>
          </a:bodyPr>
          <a:lstStyle xmlns:a="http://schemas.openxmlformats.org/drawingml/2006/main">
            <a:lvl1pPr>
              <a:buNone/>
              <a:defRPr sz="1800" b="1">
                <a:effectLst>
                  <a:outerShdw blurRad="38100" dist="38100" dir="2700000" algn="tl">
                    <a:srgbClr val="000000">
                      <a:alpha val="43137"/>
                    </a:srgbClr>
                  </a:outerShdw>
                </a:effectLst>
              </a:defRPr>
            </a:lvl1pPr>
          </a:lstStyle>
          <a:p xmlns:a="http://schemas.openxmlformats.org/drawingml/2006/main">
            <a:r>
              <a:t>单击此处编辑母版标题样式</a:t>
            </a:r>
            <a:endParaRPr/>
          </a:p>
        </p:txBody>
      </p:sp>
      <p:sp>
        <p:nvSpPr>
          <p:cNvPr id="3" name="内容占位符 2">
            <a:extLst xmlns:a="http://schemas.openxmlformats.org/drawingml/2006/main">
              <a:ext uri="{FF2B5EF4-FFF2-40B4-BE49-F238E27FC236}">
                <a16:creationId xmlns:a16="http://schemas.microsoft.com/office/drawing/2014/main" id="{1C5DB73E-D7AA-4E4E-9702-AF2B8E831855}"/>
              </a:ext>
            </a:extLst>
          </p:cNvPr>
          <p:cNvSpPr>
            <a:spLocks xmlns:a="http://schemas.openxmlformats.org/drawingml/2006/main" noGrp="1"/>
          </p:cNvSpPr>
          <p:nvPr>
            <p:ph idx="1"/>
          </p:nvPr>
        </p:nvSpPr>
        <p:spPr>
          <a:xfrm xmlns:a="http://schemas.openxmlformats.org/drawingml/2006/main">
            <a:off x="485775" y="1369219"/>
            <a:ext cx="7886700" cy="3263504"/>
          </a:xfrm>
        </p:spPr>
        <p:txBody>
          <a:bodyPr xmlns:a="http://schemas.openxmlformats.org/drawingml/2006/main">
            <a:normAutofit/>
          </a:bodyPr>
          <a:lstStyle xmlns:a="http://schemas.openxmlformats.org/drawingml/2006/main">
            <a:lvl1pPr>
              <a:buNone/>
              <a:defRPr sz="1500">
                <a:solidFill>
                  <a:schemeClr val="tx1">
                    <a:lumMod val="75000"/>
                    <a:lumOff val="25000"/>
                  </a:schemeClr>
                </a:solidFill>
              </a:defRPr>
            </a:lvl1pPr>
            <a:lvl2pPr>
              <a:buNone/>
              <a:defRPr sz="1350">
                <a:solidFill>
                  <a:schemeClr val="tx1">
                    <a:lumMod val="75000"/>
                    <a:lumOff val="25000"/>
                  </a:schemeClr>
                </a:solidFill>
              </a:defRPr>
            </a:lvl2pPr>
            <a:lvl3pPr>
              <a:buNone/>
              <a:defRPr sz="1200">
                <a:solidFill>
                  <a:schemeClr val="tx1">
                    <a:lumMod val="75000"/>
                    <a:lumOff val="25000"/>
                  </a:schemeClr>
                </a:solidFill>
              </a:defRPr>
            </a:lvl3pPr>
            <a:lvl4pPr>
              <a:buNone/>
              <a:defRPr sz="1200">
                <a:solidFill>
                  <a:schemeClr val="tx1">
                    <a:lumMod val="75000"/>
                    <a:lumOff val="25000"/>
                  </a:schemeClr>
                </a:solidFill>
              </a:defRPr>
            </a:lvl4pPr>
            <a:lvl5pPr>
              <a:buNone/>
              <a:defRPr sz="1200">
                <a:solidFill>
                  <a:schemeClr val="tx1">
                    <a:lumMod val="75000"/>
                    <a:lumOff val="25000"/>
                  </a:schemeClr>
                </a:solidFill>
              </a:defRPr>
            </a:lvl5pPr>
          </a:lstStyle>
          <a:p xmlns:a="http://schemas.openxmlformats.org/drawingml/2006/main">
            <a:pPr lvl="0">
              <a:buNone/>
            </a:pPr>
            <a:r>
              <a:t>单击此处编辑母版文本样式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4" name="日期占位符 3">
            <a:extLst xmlns:a="http://schemas.openxmlformats.org/drawingml/2006/main">
              <a:ext uri="{FF2B5EF4-FFF2-40B4-BE49-F238E27FC236}">
                <a16:creationId xmlns:a16="http://schemas.microsoft.com/office/drawing/2014/main" id="{A8A1FDFF-B13B-4C58-AFA3-73F4368B6B2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页脚占位符 4">
            <a:extLst xmlns:a="http://schemas.openxmlformats.org/drawingml/2006/main">
              <a:ext uri="{FF2B5EF4-FFF2-40B4-BE49-F238E27FC236}">
                <a16:creationId xmlns:a16="http://schemas.microsoft.com/office/drawing/2014/main" id="{CBBAC617-667A-447F-AE4D-44D57CE22CF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5E09CCF4-70DE-4F08-B0E8-7AA5AD7610A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6.xml><?xml version="1.0" encoding="utf-8"?>
<p:sldLayout xmlns:p="http://schemas.openxmlformats.org/presentationml/2006/main" type="secHead" preserve="1">
  <p:cSld name="节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33E9318-758D-487E-AB49-9DE37E23CD91}"/>
              </a:ext>
            </a:extLst>
          </p:cNvPr>
          <p:cNvSpPr>
            <a:spLocks xmlns:a="http://schemas.openxmlformats.org/drawingml/2006/main" noGrp="1"/>
          </p:cNvSpPr>
          <p:nvPr>
            <p:ph type="title" idx="0"/>
          </p:nvPr>
        </p:nvSpPr>
        <p:spPr>
          <a:xfrm xmlns:a="http://schemas.openxmlformats.org/drawingml/2006/main">
            <a:off x="623888" y="2813338"/>
            <a:ext cx="5491163" cy="608518"/>
          </a:xfrm>
        </p:spPr>
        <p:txBody>
          <a:bodyPr xmlns:a="http://schemas.openxmlformats.org/drawingml/2006/main" anchor="b">
            <a:normAutofit/>
          </a:bodyPr>
          <a:lstStyle xmlns:a="http://schemas.openxmlformats.org/drawingml/2006/main">
            <a:lvl1pPr>
              <a:buNone/>
              <a:defRPr sz="3000">
                <a:effectLst>
                  <a:outerShdw blurRad="38100" dist="38100" dir="2700000" algn="tl">
                    <a:srgbClr val="000000">
                      <a:alpha val="43137"/>
                    </a:srgbClr>
                  </a:outerShdw>
                </a:effectLst>
              </a:defRPr>
            </a:lvl1pPr>
          </a:lstStyle>
          <a:p xmlns:a="http://schemas.openxmlformats.org/drawingml/2006/main">
            <a:r>
              <a:t>单击此处编辑母版标题样式</a:t>
            </a:r>
            <a:endParaRPr/>
          </a:p>
        </p:txBody>
      </p:sp>
      <p:sp>
        <p:nvSpPr>
          <p:cNvPr id="3" name="文本占位符 2">
            <a:extLst xmlns:a="http://schemas.openxmlformats.org/drawingml/2006/main">
              <a:ext uri="{FF2B5EF4-FFF2-40B4-BE49-F238E27FC236}">
                <a16:creationId xmlns:a16="http://schemas.microsoft.com/office/drawing/2014/main" id="{648180A9-F585-4A57-A2E6-9AAD31E28FD4}"/>
              </a:ext>
            </a:extLst>
          </p:cNvPr>
          <p:cNvSpPr>
            <a:spLocks xmlns:a="http://schemas.openxmlformats.org/drawingml/2006/main" noGrp="1"/>
          </p:cNvSpPr>
          <p:nvPr>
            <p:ph type="body" idx="1"/>
          </p:nvPr>
        </p:nvSpPr>
        <p:spPr>
          <a:xfrm xmlns:a="http://schemas.openxmlformats.org/drawingml/2006/main">
            <a:off x="623888" y="3457521"/>
            <a:ext cx="5491163" cy="485666"/>
          </a:xfrm>
        </p:spPr>
        <p:txBody>
          <a:bodyPr xmlns:a="http://schemas.openxmlformats.org/drawingml/2006/main">
            <a:normAutofit/>
          </a:bodyPr>
          <a:lstStyle xmlns:a="http://schemas.openxmlformats.org/drawingml/2006/main">
            <a:lvl1pPr marL="0" indent="0">
              <a:buNone/>
              <a:defRPr sz="135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xmlns:a="http://schemas.openxmlformats.org/drawingml/2006/main">
            <a:pPr lvl="0">
              <a:buNone/>
            </a:pPr>
            <a:r>
              <a:t>单击此处编辑母版文本样式</a:t>
            </a:r>
            <a:endParaRPr/>
          </a:p>
        </p:txBody>
      </p:sp>
      <p:sp>
        <p:nvSpPr>
          <p:cNvPr id="4" name="日期占位符 3">
            <a:extLst xmlns:a="http://schemas.openxmlformats.org/drawingml/2006/main">
              <a:ext uri="{FF2B5EF4-FFF2-40B4-BE49-F238E27FC236}">
                <a16:creationId xmlns:a16="http://schemas.microsoft.com/office/drawing/2014/main" id="{2E985D89-BFCB-4B56-B488-F5AAFA22D7E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页脚占位符 4">
            <a:extLst xmlns:a="http://schemas.openxmlformats.org/drawingml/2006/main">
              <a:ext uri="{FF2B5EF4-FFF2-40B4-BE49-F238E27FC236}">
                <a16:creationId xmlns:a16="http://schemas.microsoft.com/office/drawing/2014/main" id="{EE29DB40-692F-4EA0-BBAF-EFDA70186FE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41F6FCED-BF54-4005-8691-6FD69B76947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7.xml><?xml version="1.0" encoding="utf-8"?>
<p:sldLayout xmlns:p="http://schemas.openxmlformats.org/presentationml/2006/main" type="twoObj" preserve="1">
  <p:cSld name="两栏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49E3D71-2CD3-4205-AA09-2B0EAF3DCD91}"/>
              </a:ext>
            </a:extLst>
          </p:cNvPr>
          <p:cNvSpPr>
            <a:spLocks xmlns:a="http://schemas.openxmlformats.org/drawingml/2006/main" noGrp="1"/>
          </p:cNvSpPr>
          <p:nvPr>
            <p:ph type="title" idx="0"/>
          </p:nvPr>
        </p:nvSpPr>
        <p:spPr>
          <a:xfrm xmlns:a="http://schemas.openxmlformats.org/drawingml/2006/main">
            <a:off x="485775" y="193834"/>
            <a:ext cx="7886700" cy="994172"/>
          </a:xfrm>
        </p:spPr>
        <p:txBody>
          <a:bodyPr xmlns:a="http://schemas.openxmlformats.org/drawingml/2006/main">
            <a:normAutofit/>
          </a:bodyPr>
          <a:lstStyle xmlns:a="http://schemas.openxmlformats.org/drawingml/2006/main">
            <a:lvl1pPr>
              <a:buNone/>
              <a:defRPr sz="1800" b="1" i="0">
                <a:effectLst>
                  <a:outerShdw blurRad="38100" dist="38100" dir="2700000" algn="tl">
                    <a:srgbClr val="000000">
                      <a:alpha val="43137"/>
                    </a:srgbClr>
                  </a:outerShdw>
                </a:effectLst>
              </a:defRPr>
            </a:lvl1pPr>
          </a:lstStyle>
          <a:p xmlns:a="http://schemas.openxmlformats.org/drawingml/2006/main">
            <a:r>
              <a:t>单击此处编辑母版标题样式</a:t>
            </a:r>
            <a:endParaRPr/>
          </a:p>
        </p:txBody>
      </p:sp>
      <p:sp>
        <p:nvSpPr>
          <p:cNvPr id="3" name="内容占位符 2">
            <a:extLst xmlns:a="http://schemas.openxmlformats.org/drawingml/2006/main">
              <a:ext uri="{FF2B5EF4-FFF2-40B4-BE49-F238E27FC236}">
                <a16:creationId xmlns:a16="http://schemas.microsoft.com/office/drawing/2014/main" id="{A2B29788-24FF-41CB-9754-5056F647803C}"/>
              </a:ext>
            </a:extLst>
          </p:cNvPr>
          <p:cNvSpPr>
            <a:spLocks xmlns:a="http://schemas.openxmlformats.org/drawingml/2006/main" noGrp="1"/>
          </p:cNvSpPr>
          <p:nvPr>
            <p:ph idx="1"/>
          </p:nvPr>
        </p:nvSpPr>
        <p:spPr>
          <a:xfrm xmlns:a="http://schemas.openxmlformats.org/drawingml/2006/main">
            <a:off x="485775" y="1369219"/>
            <a:ext cx="3886200" cy="3263504"/>
          </a:xfrm>
        </p:spPr>
        <p:txBody>
          <a:bodyPr xmlns:a="http://schemas.openxmlformats.org/drawingml/2006/main">
            <a:normAutofit/>
          </a:bodyPr>
          <a:lstStyle xmlns:a="http://schemas.openxmlformats.org/drawingml/2006/main">
            <a:lvl1pPr>
              <a:lnSpc>
                <a:spcPct val="150000"/>
              </a:lnSpc>
              <a:buNone/>
              <a:defRPr sz="1500">
                <a:solidFill>
                  <a:schemeClr val="tx1">
                    <a:lumMod val="75000"/>
                    <a:lumOff val="25000"/>
                  </a:schemeClr>
                </a:solidFill>
              </a:defRPr>
            </a:lvl1pPr>
            <a:lvl2pPr>
              <a:lnSpc>
                <a:spcPct val="150000"/>
              </a:lnSpc>
              <a:buNone/>
              <a:defRPr sz="1350">
                <a:solidFill>
                  <a:schemeClr val="tx1">
                    <a:lumMod val="75000"/>
                    <a:lumOff val="25000"/>
                  </a:schemeClr>
                </a:solidFill>
              </a:defRPr>
            </a:lvl2pPr>
            <a:lvl3pPr>
              <a:lnSpc>
                <a:spcPct val="150000"/>
              </a:lnSpc>
              <a:buNone/>
              <a:defRPr sz="1200">
                <a:solidFill>
                  <a:schemeClr val="tx1">
                    <a:lumMod val="75000"/>
                    <a:lumOff val="25000"/>
                  </a:schemeClr>
                </a:solidFill>
              </a:defRPr>
            </a:lvl3pPr>
            <a:lvl4pPr>
              <a:lnSpc>
                <a:spcPct val="150000"/>
              </a:lnSpc>
              <a:buNone/>
              <a:defRPr sz="1200">
                <a:solidFill>
                  <a:schemeClr val="tx1">
                    <a:lumMod val="75000"/>
                    <a:lumOff val="25000"/>
                  </a:schemeClr>
                </a:solidFill>
              </a:defRPr>
            </a:lvl4pPr>
            <a:lvl5pPr>
              <a:lnSpc>
                <a:spcPct val="150000"/>
              </a:lnSpc>
              <a:buNone/>
              <a:defRPr sz="1200">
                <a:solidFill>
                  <a:schemeClr val="tx1">
                    <a:lumMod val="75000"/>
                    <a:lumOff val="25000"/>
                  </a:schemeClr>
                </a:solidFill>
              </a:defRPr>
            </a:lvl5pPr>
          </a:lstStyle>
          <a:p xmlns:a="http://schemas.openxmlformats.org/drawingml/2006/main">
            <a:pPr lvl="0">
              <a:buNone/>
            </a:pPr>
            <a:r>
              <a:t>单击此处编辑母版文本样式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4" name="内容占位符 3">
            <a:extLst xmlns:a="http://schemas.openxmlformats.org/drawingml/2006/main">
              <a:ext uri="{FF2B5EF4-FFF2-40B4-BE49-F238E27FC236}">
                <a16:creationId xmlns:a16="http://schemas.microsoft.com/office/drawing/2014/main" id="{F60E3997-F1D1-413A-A16D-28EBDBAFF23A}"/>
              </a:ext>
            </a:extLst>
          </p:cNvPr>
          <p:cNvSpPr>
            <a:spLocks xmlns:a="http://schemas.openxmlformats.org/drawingml/2006/main" noGrp="1"/>
          </p:cNvSpPr>
          <p:nvPr>
            <p:ph idx="2"/>
          </p:nvPr>
        </p:nvSpPr>
        <p:spPr>
          <a:xfrm xmlns:a="http://schemas.openxmlformats.org/drawingml/2006/main">
            <a:off x="4486275" y="1369219"/>
            <a:ext cx="3886200" cy="3263504"/>
          </a:xfrm>
        </p:spPr>
        <p:txBody>
          <a:bodyPr xmlns:a="http://schemas.openxmlformats.org/drawingml/2006/main">
            <a:normAutofit/>
          </a:bodyPr>
          <a:lstStyle xmlns:a="http://schemas.openxmlformats.org/drawingml/2006/main">
            <a:lvl1pPr>
              <a:lnSpc>
                <a:spcPct val="150000"/>
              </a:lnSpc>
              <a:buNone/>
              <a:defRPr sz="1500">
                <a:solidFill>
                  <a:schemeClr val="tx1">
                    <a:lumMod val="75000"/>
                    <a:lumOff val="25000"/>
                  </a:schemeClr>
                </a:solidFill>
              </a:defRPr>
            </a:lvl1pPr>
            <a:lvl2pPr>
              <a:lnSpc>
                <a:spcPct val="150000"/>
              </a:lnSpc>
              <a:buNone/>
              <a:defRPr sz="1350">
                <a:solidFill>
                  <a:schemeClr val="tx1">
                    <a:lumMod val="75000"/>
                    <a:lumOff val="25000"/>
                  </a:schemeClr>
                </a:solidFill>
              </a:defRPr>
            </a:lvl2pPr>
            <a:lvl3pPr>
              <a:lnSpc>
                <a:spcPct val="150000"/>
              </a:lnSpc>
              <a:buNone/>
              <a:defRPr sz="1200">
                <a:solidFill>
                  <a:schemeClr val="tx1">
                    <a:lumMod val="75000"/>
                    <a:lumOff val="25000"/>
                  </a:schemeClr>
                </a:solidFill>
              </a:defRPr>
            </a:lvl3pPr>
            <a:lvl4pPr>
              <a:lnSpc>
                <a:spcPct val="150000"/>
              </a:lnSpc>
              <a:buNone/>
              <a:defRPr sz="1200">
                <a:solidFill>
                  <a:schemeClr val="tx1">
                    <a:lumMod val="75000"/>
                    <a:lumOff val="25000"/>
                  </a:schemeClr>
                </a:solidFill>
              </a:defRPr>
            </a:lvl4pPr>
            <a:lvl5pPr>
              <a:lnSpc>
                <a:spcPct val="150000"/>
              </a:lnSpc>
              <a:buNone/>
              <a:defRPr sz="1200">
                <a:solidFill>
                  <a:schemeClr val="tx1">
                    <a:lumMod val="75000"/>
                    <a:lumOff val="25000"/>
                  </a:schemeClr>
                </a:solidFill>
              </a:defRPr>
            </a:lvl5pPr>
          </a:lstStyle>
          <a:p xmlns:a="http://schemas.openxmlformats.org/drawingml/2006/main">
            <a:pPr lvl="0">
              <a:buNone/>
            </a:pPr>
            <a:r>
              <a:t>单击此处编辑母版文本样式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5" name="日期占位符 4">
            <a:extLst xmlns:a="http://schemas.openxmlformats.org/drawingml/2006/main">
              <a:ext uri="{FF2B5EF4-FFF2-40B4-BE49-F238E27FC236}">
                <a16:creationId xmlns:a16="http://schemas.microsoft.com/office/drawing/2014/main" id="{85BE3480-E29B-4795-9437-3F9D95C62A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页脚占位符 5">
            <a:extLst xmlns:a="http://schemas.openxmlformats.org/drawingml/2006/main">
              <a:ext uri="{FF2B5EF4-FFF2-40B4-BE49-F238E27FC236}">
                <a16:creationId xmlns:a16="http://schemas.microsoft.com/office/drawing/2014/main" id="{66CB25CD-66F5-4154-B39C-1C9483F5213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602FF3E6-58D4-4897-BF78-D8539009756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8.xml><?xml version="1.0" encoding="utf-8"?>
<p:sldLayout xmlns:p="http://schemas.openxmlformats.org/presentationml/2006/main" type="twoTxTwoObj" preserve="1">
  <p:cSld name="比较">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8DD796B-25DE-4B99-8983-45ECF2154817}"/>
              </a:ext>
            </a:extLst>
          </p:cNvPr>
          <p:cNvSpPr>
            <a:spLocks xmlns:a="http://schemas.openxmlformats.org/drawingml/2006/main" noGrp="1"/>
          </p:cNvSpPr>
          <p:nvPr>
            <p:ph type="title" idx="0"/>
          </p:nvPr>
        </p:nvSpPr>
        <p:spPr>
          <a:xfrm xmlns:a="http://schemas.openxmlformats.org/drawingml/2006/main">
            <a:off x="629841" y="273844"/>
            <a:ext cx="7886700" cy="994172"/>
          </a:xfrm>
        </p:spPr>
        <p:txBody>
          <a:bodyPr xmlns:a="http://schemas.openxmlformats.org/drawingml/2006/main"/>
          <a:lstStyle xmlns:a="http://schemas.openxmlformats.org/drawingml/2006/main"/>
          <a:p xmlns:a="http://schemas.openxmlformats.org/drawingml/2006/main">
            <a:r>
              <a:t>单击此处编辑母版标题样式</a:t>
            </a:r>
            <a:endParaRPr/>
          </a:p>
        </p:txBody>
      </p:sp>
      <p:sp>
        <p:nvSpPr>
          <p:cNvPr id="3" name="文本占位符 2">
            <a:extLst xmlns:a="http://schemas.openxmlformats.org/drawingml/2006/main">
              <a:ext uri="{FF2B5EF4-FFF2-40B4-BE49-F238E27FC236}">
                <a16:creationId xmlns:a16="http://schemas.microsoft.com/office/drawing/2014/main" id="{8E4F1B44-CEEC-4B77-905A-B25E94420AAB}"/>
              </a:ext>
            </a:extLst>
          </p:cNvPr>
          <p:cNvSpPr>
            <a:spLocks xmlns:a="http://schemas.openxmlformats.org/drawingml/2006/main" noGrp="1"/>
          </p:cNvSpPr>
          <p:nvPr>
            <p:ph type="body" idx="1"/>
          </p:nvPr>
        </p:nvSpPr>
        <p:spPr>
          <a:xfrm xmlns:a="http://schemas.openxmlformats.org/drawingml/2006/main">
            <a:off x="629841" y="1308721"/>
            <a:ext cx="3868340" cy="617934"/>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单击此处编辑母版文本样式</a:t>
            </a:r>
            <a:endParaRPr/>
          </a:p>
        </p:txBody>
      </p:sp>
      <p:sp>
        <p:nvSpPr>
          <p:cNvPr id="4" name="内容占位符 3">
            <a:extLst xmlns:a="http://schemas.openxmlformats.org/drawingml/2006/main">
              <a:ext uri="{FF2B5EF4-FFF2-40B4-BE49-F238E27FC236}">
                <a16:creationId xmlns:a16="http://schemas.microsoft.com/office/drawing/2014/main" id="{D914EF36-6CF7-404D-B1D0-D2F24D591139}"/>
              </a:ext>
            </a:extLst>
          </p:cNvPr>
          <p:cNvSpPr>
            <a:spLocks xmlns:a="http://schemas.openxmlformats.org/drawingml/2006/main" noGrp="1"/>
          </p:cNvSpPr>
          <p:nvPr>
            <p:ph idx="2"/>
          </p:nvPr>
        </p:nvSpPr>
        <p:spPr>
          <a:xfrm xmlns:a="http://schemas.openxmlformats.org/drawingml/2006/main">
            <a:off x="629841" y="1961707"/>
            <a:ext cx="3868340" cy="2680541"/>
          </a:xfrm>
        </p:spPr>
        <p:txBody>
          <a:bodyPr xmlns:a="http://schemas.openxmlformats.org/drawingml/2006/main"/>
          <a:lstStyle xmlns:a="http://schemas.openxmlformats.org/drawingml/2006/main"/>
          <a:p xmlns:a="http://schemas.openxmlformats.org/drawingml/2006/main">
            <a:pPr lvl="0">
              <a:buNone/>
            </a:pPr>
            <a:r>
              <a:t>单击此处编辑母版文本样式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5" name="文本占位符 4">
            <a:extLst xmlns:a="http://schemas.openxmlformats.org/drawingml/2006/main">
              <a:ext uri="{FF2B5EF4-FFF2-40B4-BE49-F238E27FC236}">
                <a16:creationId xmlns:a16="http://schemas.microsoft.com/office/drawing/2014/main" id="{9034E33C-A1CC-4DF7-8F2B-95EA1393AB5E}"/>
              </a:ext>
            </a:extLst>
          </p:cNvPr>
          <p:cNvSpPr>
            <a:spLocks xmlns:a="http://schemas.openxmlformats.org/drawingml/2006/main" noGrp="1"/>
          </p:cNvSpPr>
          <p:nvPr>
            <p:ph type="body" idx="3"/>
          </p:nvPr>
        </p:nvSpPr>
        <p:spPr>
          <a:xfrm xmlns:a="http://schemas.openxmlformats.org/drawingml/2006/main">
            <a:off x="4629150" y="1308721"/>
            <a:ext cx="3887391" cy="617934"/>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单击此处编辑母版文本样式</a:t>
            </a:r>
            <a:endParaRPr/>
          </a:p>
        </p:txBody>
      </p:sp>
      <p:sp>
        <p:nvSpPr>
          <p:cNvPr id="6" name="内容占位符 5">
            <a:extLst xmlns:a="http://schemas.openxmlformats.org/drawingml/2006/main">
              <a:ext uri="{FF2B5EF4-FFF2-40B4-BE49-F238E27FC236}">
                <a16:creationId xmlns:a16="http://schemas.microsoft.com/office/drawing/2014/main" id="{E98A8DB1-78C2-45C2-AD90-5043243C4457}"/>
              </a:ext>
            </a:extLst>
          </p:cNvPr>
          <p:cNvSpPr>
            <a:spLocks xmlns:a="http://schemas.openxmlformats.org/drawingml/2006/main" noGrp="1"/>
          </p:cNvSpPr>
          <p:nvPr>
            <p:ph idx="4"/>
          </p:nvPr>
        </p:nvSpPr>
        <p:spPr>
          <a:xfrm xmlns:a="http://schemas.openxmlformats.org/drawingml/2006/main">
            <a:off x="4629150" y="1961707"/>
            <a:ext cx="3887391" cy="2680541"/>
          </a:xfrm>
        </p:spPr>
        <p:txBody>
          <a:bodyPr xmlns:a="http://schemas.openxmlformats.org/drawingml/2006/main"/>
          <a:lstStyle xmlns:a="http://schemas.openxmlformats.org/drawingml/2006/main"/>
          <a:p xmlns:a="http://schemas.openxmlformats.org/drawingml/2006/main">
            <a:pPr lvl="0">
              <a:buNone/>
            </a:pPr>
            <a:r>
              <a:t>单击此处编辑母版文本样式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7" name="日期占位符 6">
            <a:extLst xmlns:a="http://schemas.openxmlformats.org/drawingml/2006/main">
              <a:ext uri="{FF2B5EF4-FFF2-40B4-BE49-F238E27FC236}">
                <a16:creationId xmlns:a16="http://schemas.microsoft.com/office/drawing/2014/main" id="{42141D73-6D00-4ABB-9D9D-ADB13EE3C9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8" name="页脚占位符 7">
            <a:extLst xmlns:a="http://schemas.openxmlformats.org/drawingml/2006/main">
              <a:ext uri="{FF2B5EF4-FFF2-40B4-BE49-F238E27FC236}">
                <a16:creationId xmlns:a16="http://schemas.microsoft.com/office/drawing/2014/main" id="{842B6573-39B6-41EE-B7CD-11A26E5C875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灯片编号占位符 8">
            <a:extLst xmlns:a="http://schemas.openxmlformats.org/drawingml/2006/main">
              <a:ext uri="{FF2B5EF4-FFF2-40B4-BE49-F238E27FC236}">
                <a16:creationId xmlns:a16="http://schemas.microsoft.com/office/drawing/2014/main" id="{8FF5489D-DD3B-491C-9849-A1E55DCF905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9.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387D8DBA-4F37-4C99-92F8-51928B69AE96}"/>
              </a:ext>
            </a:extLst>
          </p:cNvPr>
          <p:cNvSpPr>
            <a:spLocks xmlns:a="http://schemas.openxmlformats.org/drawingml/2006/main" noGrp="1"/>
          </p:cNvSpPr>
          <p:nvPr>
            <p:ph type="title" idx="0"/>
          </p:nvPr>
        </p:nvSpPr>
        <p:spPr>
          <a:xfrm xmlns:a="http://schemas.openxmlformats.org/drawingml/2006/main">
            <a:off x="628650" y="2074664"/>
            <a:ext cx="7886700" cy="994172"/>
          </a:xfrm>
        </p:spPr>
        <p:txBody>
          <a:bodyPr xmlns:a="http://schemas.openxmlformats.org/drawingml/2006/main">
            <a:normAutofit/>
          </a:bodyPr>
          <a:lstStyle xmlns:a="http://schemas.openxmlformats.org/drawingml/2006/main">
            <a:lvl1pPr algn="ctr">
              <a:buNone/>
              <a:defRPr sz="3600" b="0">
                <a:effectLst>
                  <a:outerShdw blurRad="38100" dist="38100" dir="2700000" algn="tl">
                    <a:srgbClr val="000000">
                      <a:alpha val="43137"/>
                    </a:srgbClr>
                  </a:outerShdw>
                </a:effectLst>
              </a:defRPr>
            </a:lvl1pPr>
          </a:lstStyle>
          <a:p xmlns:a="http://schemas.openxmlformats.org/drawingml/2006/main">
            <a:r>
              <a:t>单击此处编辑母版标题样式</a:t>
            </a:r>
            <a:endParaRPr/>
          </a:p>
        </p:txBody>
      </p:sp>
      <p:sp>
        <p:nvSpPr>
          <p:cNvPr id="3" name="日期占位符 2">
            <a:extLst xmlns:a="http://schemas.openxmlformats.org/drawingml/2006/main">
              <a:ext uri="{FF2B5EF4-FFF2-40B4-BE49-F238E27FC236}">
                <a16:creationId xmlns:a16="http://schemas.microsoft.com/office/drawing/2014/main" id="{1A727B97-8B95-4B6E-A8BE-E44A1BC31CF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4" name="页脚占位符 3">
            <a:extLst xmlns:a="http://schemas.openxmlformats.org/drawingml/2006/main">
              <a:ext uri="{FF2B5EF4-FFF2-40B4-BE49-F238E27FC236}">
                <a16:creationId xmlns:a16="http://schemas.microsoft.com/office/drawing/2014/main" id="{266586C2-9FCA-4F72-B429-491B711BA19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灯片编号占位符 4">
            <a:extLst xmlns:a="http://schemas.openxmlformats.org/drawingml/2006/main">
              <a:ext uri="{FF2B5EF4-FFF2-40B4-BE49-F238E27FC236}">
                <a16:creationId xmlns:a16="http://schemas.microsoft.com/office/drawing/2014/main" id="{10B13418-36E2-4475-B0F7-8580840D4F1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0.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日期占位符 1">
            <a:extLst xmlns:a="http://schemas.openxmlformats.org/drawingml/2006/main">
              <a:ext uri="{FF2B5EF4-FFF2-40B4-BE49-F238E27FC236}">
                <a16:creationId xmlns:a16="http://schemas.microsoft.com/office/drawing/2014/main" id="{EEA8725D-88B9-4C85-9A9D-EF046A0ECE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3" name="页脚占位符 2">
            <a:extLst xmlns:a="http://schemas.openxmlformats.org/drawingml/2006/main">
              <a:ext uri="{FF2B5EF4-FFF2-40B4-BE49-F238E27FC236}">
                <a16:creationId xmlns:a16="http://schemas.microsoft.com/office/drawing/2014/main" id="{9E2260B6-C4F6-4079-81C7-2A72570E8B3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灯片编号占位符 3">
            <a:extLst xmlns:a="http://schemas.openxmlformats.org/drawingml/2006/main">
              <a:ext uri="{FF2B5EF4-FFF2-40B4-BE49-F238E27FC236}">
                <a16:creationId xmlns:a16="http://schemas.microsoft.com/office/drawing/2014/main" id="{C5C74031-5C89-4B67-8D4A-1B4A7D2B861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1.xml><?xml version="1.0" encoding="utf-8"?>
<p:sldLayout xmlns:p="http://schemas.openxmlformats.org/presentationml/2006/main" type="picTx" preserve="1">
  <p:cSld name="图片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32C57B6-114B-4D88-A9C3-43FB23051041}"/>
              </a:ext>
            </a:extLst>
          </p:cNvPr>
          <p:cNvSpPr>
            <a:spLocks xmlns:a="http://schemas.openxmlformats.org/drawingml/2006/main" noGrp="1"/>
          </p:cNvSpPr>
          <p:nvPr>
            <p:ph type="title" idx="0" hasCustomPrompt="1"/>
          </p:nvPr>
        </p:nvSpPr>
        <p:spPr>
          <a:xfrm xmlns:a="http://schemas.openxmlformats.org/drawingml/2006/main">
            <a:off x="485060" y="95250"/>
            <a:ext cx="3123900" cy="1200150"/>
          </a:xfrm>
        </p:spPr>
        <p:txBody>
          <a:bodyPr xmlns:a="http://schemas.openxmlformats.org/drawingml/2006/main" anchor="ctr">
            <a:normAutofit/>
          </a:bodyPr>
          <a:lstStyle xmlns:a="http://schemas.openxmlformats.org/drawingml/2006/main">
            <a:lvl1pPr>
              <a:buNone/>
              <a:defRPr sz="1800" b="1">
                <a:effectLst>
                  <a:outerShdw blurRad="38100" dist="38100" dir="2700000" algn="tl">
                    <a:srgbClr val="000000">
                      <a:alpha val="43137"/>
                    </a:srgbClr>
                  </a:outerShdw>
                </a:effectLst>
              </a:defRPr>
            </a:lvl1pPr>
          </a:lstStyle>
          <a:p xmlns:a="http://schemas.openxmlformats.org/drawingml/2006/main">
            <a:r>
              <a:t>单击此处编辑标题</a:t>
            </a:r>
            <a:endParaRPr/>
          </a:p>
        </p:txBody>
      </p:sp>
      <p:sp>
        <p:nvSpPr>
          <p:cNvPr id="3" name="图片占位符 2">
            <a:extLst xmlns:a="http://schemas.openxmlformats.org/drawingml/2006/main">
              <a:ext uri="{FF2B5EF4-FFF2-40B4-BE49-F238E27FC236}">
                <a16:creationId xmlns:a16="http://schemas.microsoft.com/office/drawing/2014/main" id="{E3BFBD3D-9BD1-4EF9-8478-9611A5011023}"/>
              </a:ext>
            </a:extLst>
          </p:cNvPr>
          <p:cNvSpPr>
            <a:spLocks xmlns:a="http://schemas.openxmlformats.org/drawingml/2006/main" noGrp="1"/>
          </p:cNvSpPr>
          <p:nvPr>
            <p:ph type="pic" idx="1"/>
          </p:nvPr>
        </p:nvSpPr>
        <p:spPr>
          <a:xfrm xmlns:a="http://schemas.openxmlformats.org/drawingml/2006/main">
            <a:off x="3888000" y="574766"/>
            <a:ext cx="4363031" cy="3820835"/>
          </a:xfrm>
        </p:spPr>
        <p:txBody>
          <a:bodyPr xmlns:a="http://schemas.openxmlformats.org/drawingml/2006/main"/>
          <a:lstStyle xmlns:a="http://schemas.openxmlformats.org/drawingml/2006/main">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xmlns:a="http://schemas.openxmlformats.org/drawingml/2006/main">
            <a:endParaRPr/>
          </a:p>
        </p:txBody>
      </p:sp>
      <p:sp>
        <p:nvSpPr>
          <p:cNvPr id="4" name="文本占位符 3">
            <a:extLst xmlns:a="http://schemas.openxmlformats.org/drawingml/2006/main">
              <a:ext uri="{FF2B5EF4-FFF2-40B4-BE49-F238E27FC236}">
                <a16:creationId xmlns:a16="http://schemas.microsoft.com/office/drawing/2014/main" id="{187396E4-29EA-421A-B887-FC89F9078E52}"/>
              </a:ext>
            </a:extLst>
          </p:cNvPr>
          <p:cNvSpPr>
            <a:spLocks xmlns:a="http://schemas.openxmlformats.org/drawingml/2006/main" noGrp="1"/>
          </p:cNvSpPr>
          <p:nvPr>
            <p:ph type="body" idx="2"/>
          </p:nvPr>
        </p:nvSpPr>
        <p:spPr>
          <a:xfrm xmlns:a="http://schemas.openxmlformats.org/drawingml/2006/main">
            <a:off x="488870" y="1543050"/>
            <a:ext cx="3123900" cy="2858691"/>
          </a:xfrm>
        </p:spPr>
        <p:txBody>
          <a:bodyPr xmlns:a="http://schemas.openxmlformats.org/drawingml/2006/main">
            <a:normAutofit/>
          </a:bodyPr>
          <a:lstStyle xmlns:a="http://schemas.openxmlformats.org/drawingml/2006/main">
            <a:lvl1pPr marL="0" indent="0">
              <a:lnSpc>
                <a:spcPct val="150000"/>
              </a:lnSpc>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单击此处编辑母版文本样式</a:t>
            </a:r>
            <a:endParaRPr/>
          </a:p>
        </p:txBody>
      </p:sp>
      <p:sp>
        <p:nvSpPr>
          <p:cNvPr id="5" name="日期占位符 4">
            <a:extLst xmlns:a="http://schemas.openxmlformats.org/drawingml/2006/main">
              <a:ext uri="{FF2B5EF4-FFF2-40B4-BE49-F238E27FC236}">
                <a16:creationId xmlns:a16="http://schemas.microsoft.com/office/drawing/2014/main" id="{4255215A-3C84-4950-B797-051FBFFA1CA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页脚占位符 5">
            <a:extLst xmlns:a="http://schemas.openxmlformats.org/drawingml/2006/main">
              <a:ext uri="{FF2B5EF4-FFF2-40B4-BE49-F238E27FC236}">
                <a16:creationId xmlns:a16="http://schemas.microsoft.com/office/drawing/2014/main" id="{01BDE71C-72EC-4B35-A873-62EC52B76A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D096C65C-16C2-45F5-8436-12934DBB695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2.xml><?xml version="1.0" encoding="utf-8"?>
<p:sldLayout xmlns:p="http://schemas.openxmlformats.org/presentationml/2006/main" type="vertTitleAndTx" preserve="1">
  <p:cSld name="竖排标题与文本">
    <p:spTree>
      <p:nvGrpSpPr>
        <p:cNvPr id="1" name=""/>
        <p:cNvGrpSpPr/>
        <p:nvPr/>
      </p:nvGrpSpPr>
      <p:grpSpPr>
        <a:xfrm xmlns:a="http://schemas.openxmlformats.org/drawingml/2006/main"/>
      </p:grpSpPr>
      <p:sp>
        <p:nvSpPr>
          <p:cNvPr id="2" name="竖排标题 1">
            <a:extLst xmlns:a="http://schemas.openxmlformats.org/drawingml/2006/main">
              <a:ext uri="{FF2B5EF4-FFF2-40B4-BE49-F238E27FC236}">
                <a16:creationId xmlns:a16="http://schemas.microsoft.com/office/drawing/2014/main" id="{B30B0348-BDA9-4CEE-909E-764D93FF7BE8}"/>
              </a:ext>
            </a:extLst>
          </p:cNvPr>
          <p:cNvSpPr>
            <a:spLocks xmlns:a="http://schemas.openxmlformats.org/drawingml/2006/main" noGrp="1"/>
          </p:cNvSpPr>
          <p:nvPr>
            <p:ph type="title" idx="0"/>
          </p:nvPr>
        </p:nvSpPr>
        <p:spPr>
          <a:xfrm xmlns:a="http://schemas.openxmlformats.org/drawingml/2006/main">
            <a:off x="7368363" y="273844"/>
            <a:ext cx="1146987" cy="4358879"/>
          </a:xfrm>
        </p:spPr>
        <p:txBody>
          <a:bodyPr xmlns:a="http://schemas.openxmlformats.org/drawingml/2006/main" vert="eaVert">
            <a:normAutofit/>
          </a:bodyPr>
          <a:lstStyle xmlns:a="http://schemas.openxmlformats.org/drawingml/2006/main">
            <a:lvl1pPr>
              <a:buNone/>
              <a:defRPr sz="2700"/>
            </a:lvl1pPr>
          </a:lstStyle>
          <a:p xmlns:a="http://schemas.openxmlformats.org/drawingml/2006/main">
            <a:r>
              <a:t>单击此处编辑母版标题样式</a:t>
            </a:r>
            <a:endParaRPr/>
          </a:p>
        </p:txBody>
      </p:sp>
      <p:sp>
        <p:nvSpPr>
          <p:cNvPr id="3" name="竖排文字占位符 2">
            <a:extLst xmlns:a="http://schemas.openxmlformats.org/drawingml/2006/main">
              <a:ext uri="{FF2B5EF4-FFF2-40B4-BE49-F238E27FC236}">
                <a16:creationId xmlns:a16="http://schemas.microsoft.com/office/drawing/2014/main" id="{E6B10E22-1BC3-4429-A8BE-46A9A6263AA7}"/>
              </a:ext>
            </a:extLst>
          </p:cNvPr>
          <p:cNvSpPr>
            <a:spLocks xmlns:a="http://schemas.openxmlformats.org/drawingml/2006/main" noGrp="1"/>
          </p:cNvSpPr>
          <p:nvPr>
            <p:ph type="body" idx="1"/>
          </p:nvPr>
        </p:nvSpPr>
        <p:spPr>
          <a:xfrm xmlns:a="http://schemas.openxmlformats.org/drawingml/2006/main">
            <a:off x="628650" y="273844"/>
            <a:ext cx="6659969" cy="4358879"/>
          </a:xfrm>
        </p:spPr>
        <p:txBody>
          <a:bodyPr xmlns:a="http://schemas.openxmlformats.org/drawingml/2006/main" vert="eaVert"/>
          <a:lstStyle xmlns:a="http://schemas.openxmlformats.org/drawingml/2006/main"/>
          <a:p xmlns:a="http://schemas.openxmlformats.org/drawingml/2006/main">
            <a:pPr lvl="0">
              <a:buNone/>
            </a:pPr>
            <a:r>
              <a:t>单击此处编辑母版文本样式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4" name="日期占位符 3">
            <a:extLst xmlns:a="http://schemas.openxmlformats.org/drawingml/2006/main">
              <a:ext uri="{FF2B5EF4-FFF2-40B4-BE49-F238E27FC236}">
                <a16:creationId xmlns:a16="http://schemas.microsoft.com/office/drawing/2014/main" id="{9055A985-142B-4753-9920-EA29B55B321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页脚占位符 4">
            <a:extLst xmlns:a="http://schemas.openxmlformats.org/drawingml/2006/main">
              <a:ext uri="{FF2B5EF4-FFF2-40B4-BE49-F238E27FC236}">
                <a16:creationId xmlns:a16="http://schemas.microsoft.com/office/drawing/2014/main" id="{470196BC-3566-4479-BB89-BD8CA5DBE4D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7674B1B4-1705-4D7B-84BE-C3F342D827E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3.xml><?xml version="1.0" encoding="utf-8"?>
<p:sldLayout xmlns:p="http://schemas.openxmlformats.org/presentationml/2006/main" preserve="1" userDrawn="1">
  <p:cSld name="内容">
    <p:spTree>
      <p:nvGrpSpPr>
        <p:cNvPr id="1" name=""/>
        <p:cNvGrpSpPr/>
        <p:nvPr/>
      </p:nvGrpSpPr>
      <p:grpSpPr>
        <a:xfrm xmlns:a="http://schemas.openxmlformats.org/drawingml/2006/main"/>
      </p:grpSpPr>
      <p:sp>
        <p:nvSpPr>
          <p:cNvPr id="3" name="日期占位符 2">
            <a:extLst xmlns:a="http://schemas.openxmlformats.org/drawingml/2006/main">
              <a:ext uri="{FF2B5EF4-FFF2-40B4-BE49-F238E27FC236}">
                <a16:creationId xmlns:a16="http://schemas.microsoft.com/office/drawing/2014/main" id="{0B89989C-3CF2-48D4-9632-B3EB31FEB92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4" name="页脚占位符 3">
            <a:extLst xmlns:a="http://schemas.openxmlformats.org/drawingml/2006/main">
              <a:ext uri="{FF2B5EF4-FFF2-40B4-BE49-F238E27FC236}">
                <a16:creationId xmlns:a16="http://schemas.microsoft.com/office/drawing/2014/main" id="{FF849E4A-1A16-4C68-B4FC-F3BFCC62F3F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灯片编号占位符 4">
            <a:extLst xmlns:a="http://schemas.openxmlformats.org/drawingml/2006/main">
              <a:ext uri="{FF2B5EF4-FFF2-40B4-BE49-F238E27FC236}">
                <a16:creationId xmlns:a16="http://schemas.microsoft.com/office/drawing/2014/main" id="{5E00E48E-3351-4BCA-819F-F3D27D4EFD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
        <p:nvSpPr>
          <p:cNvPr id="7" name="内容占位符 6">
            <a:extLst xmlns:a="http://schemas.openxmlformats.org/drawingml/2006/main">
              <a:ext uri="{FF2B5EF4-FFF2-40B4-BE49-F238E27FC236}">
                <a16:creationId xmlns:a16="http://schemas.microsoft.com/office/drawing/2014/main" id="{50253675-CC68-4B4E-835B-A857A40C68A1}"/>
              </a:ext>
            </a:extLst>
          </p:cNvPr>
          <p:cNvSpPr>
            <a:spLocks xmlns:a="http://schemas.openxmlformats.org/drawingml/2006/main" noGrp="1"/>
          </p:cNvSpPr>
          <p:nvPr>
            <p:ph idx="13"/>
          </p:nvPr>
        </p:nvSpPr>
        <p:spPr>
          <a:xfrm xmlns:a="http://schemas.openxmlformats.org/drawingml/2006/main">
            <a:off x="628650" y="413657"/>
            <a:ext cx="7886700" cy="4169228"/>
          </a:xfrm>
        </p:spPr>
        <p:txBody>
          <a:bodyPr xmlns:a="http://schemas.openxmlformats.org/drawingml/2006/main"/>
          <a:lstStyle xmlns:a="http://schemas.openxmlformats.org/drawingml/2006/main"/>
          <a:p xmlns:a="http://schemas.openxmlformats.org/drawingml/2006/main">
            <a:pPr lvl="0">
              <a:buNone/>
            </a:pPr>
            <a:r>
              <a:t>单击此处编辑母版文本样式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Tree>
  </p:cSld>
</p:sldLayout>
</file>

<file path=ppt/slideLayouts/slideLayout14.xml><?xml version="1.0" encoding="utf-8"?>
<p:sldLayout xmlns:p="http://schemas.openxmlformats.org/presentationml/2006/main" preserve="1" userDrawn="1">
  <p:cSld name="1_自定义版式">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5BE5347-7DAA-44F2-BE53-BB69ED03F70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endParaRPr/>
          </a:p>
        </p:txBody>
      </p:sp>
      <p:sp>
        <p:nvSpPr>
          <p:cNvPr id="3" name="日期占位符 2">
            <a:extLst xmlns:a="http://schemas.openxmlformats.org/drawingml/2006/main">
              <a:ext uri="{FF2B5EF4-FFF2-40B4-BE49-F238E27FC236}">
                <a16:creationId xmlns:a16="http://schemas.microsoft.com/office/drawing/2014/main" id="{C4B06685-D4C3-4131-8BB2-6A9FC325FE9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4" name="页脚占位符 3">
            <a:extLst xmlns:a="http://schemas.openxmlformats.org/drawingml/2006/main">
              <a:ext uri="{FF2B5EF4-FFF2-40B4-BE49-F238E27FC236}">
                <a16:creationId xmlns:a16="http://schemas.microsoft.com/office/drawing/2014/main" id="{10E62638-4468-468E-B69B-78FE246920F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灯片编号占位符 4">
            <a:extLst xmlns:a="http://schemas.openxmlformats.org/drawingml/2006/main">
              <a:ext uri="{FF2B5EF4-FFF2-40B4-BE49-F238E27FC236}">
                <a16:creationId xmlns:a16="http://schemas.microsoft.com/office/drawing/2014/main" id="{23805848-1FC4-4EB5-9988-8CD1F7F3F08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fcb8a265f54432" /><Relationship Type="http://schemas.openxmlformats.org/officeDocument/2006/relationships/slideLayout" Target="/ppt/slideLayouts/slideLayout1.xml" Id="Rdf68fca0683f416c" /><Relationship Type="http://schemas.openxmlformats.org/officeDocument/2006/relationships/slideLayout" Target="/ppt/slideLayouts/slideLayout2.xml" Id="Rbe39fc7feb414895" /><Relationship Type="http://schemas.openxmlformats.org/officeDocument/2006/relationships/slideLayout" Target="/ppt/slideLayouts/slideLayout3.xml" Id="R1c2862eba992431e" /><Relationship Type="http://schemas.openxmlformats.org/officeDocument/2006/relationships/slideLayout" Target="/ppt/slideLayouts/slideLayout4.xml" Id="Rb99d47a565344b06" /><Relationship Type="http://schemas.openxmlformats.org/officeDocument/2006/relationships/slideLayout" Target="/ppt/slideLayouts/slideLayout5.xml" Id="R5456492267d2435f" /><Relationship Type="http://schemas.openxmlformats.org/officeDocument/2006/relationships/slideLayout" Target="/ppt/slideLayouts/slideLayout6.xml" Id="R1d329c9bbff642ef" /><Relationship Type="http://schemas.openxmlformats.org/officeDocument/2006/relationships/slideLayout" Target="/ppt/slideLayouts/slideLayout7.xml" Id="R12c11c799f9c44ef" /><Relationship Type="http://schemas.openxmlformats.org/officeDocument/2006/relationships/slideLayout" Target="/ppt/slideLayouts/slideLayout8.xml" Id="R1e4179d523664885" /><Relationship Type="http://schemas.openxmlformats.org/officeDocument/2006/relationships/slideLayout" Target="/ppt/slideLayouts/slideLayout9.xml" Id="R7d18a98cf838475d" /><Relationship Type="http://schemas.openxmlformats.org/officeDocument/2006/relationships/slideLayout" Target="/ppt/slideLayouts/slideLayout10.xml" Id="Rf82daed1cff04a26" /><Relationship Type="http://schemas.openxmlformats.org/officeDocument/2006/relationships/slideLayout" Target="/ppt/slideLayouts/slideLayout11.xml" Id="R8d6bb79410394924" /><Relationship Type="http://schemas.openxmlformats.org/officeDocument/2006/relationships/slideLayout" Target="/ppt/slideLayouts/slideLayout12.xml" Id="R55d9e27bc79a4ed8" /><Relationship Type="http://schemas.openxmlformats.org/officeDocument/2006/relationships/slideLayout" Target="/ppt/slideLayouts/slideLayout13.xml" Id="R70fe88ba4d3b4e7b" /><Relationship Type="http://schemas.openxmlformats.org/officeDocument/2006/relationships/slideLayout" Target="/ppt/slideLayouts/slideLayout14.xml" Id="R4e5ed1317e0640cd"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A5B51551-4953-4865-8E21-9B32D27C45E6}"/>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单击此处编辑母版标题样式</a:t>
            </a:r>
            <a:endParaRPr/>
          </a:p>
        </p:txBody>
      </p:sp>
      <p:sp>
        <p:nvSpPr>
          <p:cNvPr id="3" name="文本占位符 2">
            <a:extLst xmlns:a="http://schemas.openxmlformats.org/drawingml/2006/main">
              <a:ext uri="{FF2B5EF4-FFF2-40B4-BE49-F238E27FC236}">
                <a16:creationId xmlns:a16="http://schemas.microsoft.com/office/drawing/2014/main" id="{A4D6163C-A0C4-4811-8259-5644F7BBCFDF}"/>
              </a:ext>
            </a:extLst>
          </p:cNvPr>
          <p:cNvSpPr>
            <a:spLocks xmlns:a="http://schemas.openxmlformats.org/drawingml/2006/main" noGrp="1"/>
          </p:cNvSpPr>
          <p:nvPr>
            <p:ph type="body" idx="1"/>
          </p:nvPr>
        </p:nvSpPr>
        <p:spPr>
          <a:xfrm xmlns:a="http://schemas.openxmlformats.org/drawingml/2006/main">
            <a:off x="628650" y="1369219"/>
            <a:ext cx="7886700" cy="3263504"/>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单击此处编辑母版文本样式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4" name="日期占位符 3">
            <a:extLst xmlns:a="http://schemas.openxmlformats.org/drawingml/2006/main">
              <a:ext uri="{FF2B5EF4-FFF2-40B4-BE49-F238E27FC236}">
                <a16:creationId xmlns:a16="http://schemas.microsoft.com/office/drawing/2014/main" id="{B2BCF74B-E6E7-45A0-89FD-4C124F657A30}"/>
              </a:ext>
            </a:extLst>
          </p:cNvPr>
          <p:cNvSpPr>
            <a:spLocks xmlns:a="http://schemas.openxmlformats.org/drawingml/2006/main" noGrp="1"/>
          </p:cNvSpPr>
          <p:nvPr>
            <p:ph type="dt" idx="2"/>
          </p:nvPr>
        </p:nvSpPr>
        <p:spPr>
          <a:xfrm xmlns:a="http://schemas.openxmlformats.org/drawingml/2006/main">
            <a:off x="628650" y="4767263"/>
            <a:ext cx="2057400" cy="273844"/>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a:buNone/>
              <a:defRPr sz="900">
                <a:solidFill>
                  <a:schemeClr val="tx1">
                    <a:tint val="75000"/>
                  </a:schemeClr>
                </a:solidFill>
              </a:defRPr>
            </a:lvl1pPr>
          </a:lstStyle>
          <a:p xmlns:a="http://schemas.openxmlformats.org/drawingml/2006/main">
            <a:endParaRPr/>
          </a:p>
        </p:txBody>
      </p:sp>
      <p:sp>
        <p:nvSpPr>
          <p:cNvPr id="5" name="页脚占位符 4">
            <a:extLst xmlns:a="http://schemas.openxmlformats.org/drawingml/2006/main">
              <a:ext uri="{FF2B5EF4-FFF2-40B4-BE49-F238E27FC236}">
                <a16:creationId xmlns:a16="http://schemas.microsoft.com/office/drawing/2014/main" id="{204F89BA-3E74-41E2-836E-6378B5BB2DFA}"/>
              </a:ext>
            </a:extLst>
          </p:cNvPr>
          <p:cNvSpPr>
            <a:spLocks xmlns:a="http://schemas.openxmlformats.org/drawingml/2006/main" noGrp="1"/>
          </p:cNvSpPr>
          <p:nvPr>
            <p:ph type="ftr" idx="3"/>
          </p:nvPr>
        </p:nvSpPr>
        <p:spPr>
          <a:xfrm xmlns:a="http://schemas.openxmlformats.org/drawingml/2006/main">
            <a:off x="3028950" y="4767263"/>
            <a:ext cx="3086100" cy="273844"/>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ctr">
              <a:buNone/>
              <a:defRPr sz="900">
                <a:solidFill>
                  <a:schemeClr val="tx1">
                    <a:tint val="75000"/>
                  </a:schemeClr>
                </a:solidFill>
              </a:defRPr>
            </a:lvl1pPr>
          </a:lstStyle>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263DE01D-164B-4953-927F-00DEDABC54C7}"/>
              </a:ext>
            </a:extLst>
          </p:cNvPr>
          <p:cNvSpPr>
            <a:spLocks xmlns:a="http://schemas.openxmlformats.org/drawingml/2006/main" noGrp="1"/>
          </p:cNvSpPr>
          <p:nvPr>
            <p:ph type="sldNum" idx="4"/>
          </p:nvPr>
        </p:nvSpPr>
        <p:spPr>
          <a:xfrm xmlns:a="http://schemas.openxmlformats.org/drawingml/2006/main">
            <a:off x="6457950" y="4767263"/>
            <a:ext cx="2057400" cy="273844"/>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r">
              <a:buNone/>
              <a:defRPr sz="900">
                <a:solidFill>
                  <a:schemeClr val="tx1">
                    <a:tint val="75000"/>
                  </a:schemeClr>
                </a:solidFill>
              </a:defRPr>
            </a:lvl1pPr>
          </a:lstStyle>
          <a:p xmlns:a="http://schemas.openxmlformats.org/drawingml/2006/main">
            <a:endParaRPr/>
          </a:p>
        </p:txBody>
      </p:sp>
      <p:sp>
        <p:nvSpPr>
          <p:cNvPr id="7" name="矩形 6">
            <a:extLst xmlns:a="http://schemas.openxmlformats.org/drawingml/2006/main">
              <a:ext uri="{FF2B5EF4-FFF2-40B4-BE49-F238E27FC236}">
                <a16:creationId xmlns:a16="http://schemas.microsoft.com/office/drawing/2014/main" id="{BA646DF9-EB2B-4B9B-96B9-72059625ADBB}"/>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gradFill xmlns:a="http://schemas.openxmlformats.org/drawingml/2006/main">
            <a:gsLst>
              <a:gs pos="0">
                <a:schemeClr val="bg1">
                  <a:lumMod val="95000"/>
                </a:schemeClr>
              </a:gs>
              <a:gs pos="50000">
                <a:srgbClr val="F7F7F7"/>
              </a:gs>
              <a:gs pos="100000">
                <a:srgbClr val="FCFCFC"/>
              </a:gs>
            </a:gsLst>
            <a:lin ang="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5"/>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68fca0683f416c"/>
    <p:sldLayoutId xmlns:r="http://schemas.openxmlformats.org/officeDocument/2006/relationships" id="2147483650" r:id="Rbe39fc7feb414895"/>
    <p:sldLayoutId xmlns:r="http://schemas.openxmlformats.org/officeDocument/2006/relationships" id="2147483651" r:id="R1c2862eba992431e"/>
    <p:sldLayoutId xmlns:r="http://schemas.openxmlformats.org/officeDocument/2006/relationships" id="2147483652" r:id="Rb99d47a565344b06"/>
    <p:sldLayoutId xmlns:r="http://schemas.openxmlformats.org/officeDocument/2006/relationships" id="2147483653" r:id="R5456492267d2435f"/>
    <p:sldLayoutId xmlns:r="http://schemas.openxmlformats.org/officeDocument/2006/relationships" id="2147483654" r:id="R1d329c9bbff642ef"/>
    <p:sldLayoutId xmlns:r="http://schemas.openxmlformats.org/officeDocument/2006/relationships" id="2147483655" r:id="R12c11c799f9c44ef"/>
    <p:sldLayoutId xmlns:r="http://schemas.openxmlformats.org/officeDocument/2006/relationships" id="2147483656" r:id="R1e4179d523664885"/>
    <p:sldLayoutId xmlns:r="http://schemas.openxmlformats.org/officeDocument/2006/relationships" id="2147483657" r:id="R7d18a98cf838475d"/>
    <p:sldLayoutId xmlns:r="http://schemas.openxmlformats.org/officeDocument/2006/relationships" id="2147483658" r:id="Rf82daed1cff04a26"/>
    <p:sldLayoutId xmlns:r="http://schemas.openxmlformats.org/officeDocument/2006/relationships" id="2147483659" r:id="R8d6bb79410394924"/>
    <p:sldLayoutId xmlns:r="http://schemas.openxmlformats.org/officeDocument/2006/relationships" id="2147483660" r:id="R55d9e27bc79a4ed8"/>
    <p:sldLayoutId xmlns:r="http://schemas.openxmlformats.org/officeDocument/2006/relationships" id="2147483661" r:id="R70fe88ba4d3b4e7b"/>
    <p:sldLayoutId xmlns:r="http://schemas.openxmlformats.org/officeDocument/2006/relationships" id="2147483662" r:id="R4e5ed1317e0640cd"/>
  </p:sldLayoutIdLst>
  <p:txStyles>
    <p:titleStyle>
      <a:lvl1pPr xmlns:a="http://schemas.openxmlformats.org/drawingml/2006/main" algn="l" defTabSz="685800">
        <a:lnSpc>
          <a:spcPct val="90000"/>
        </a:lnSpc>
        <a:spcBef>
          <a:spcPct val="0"/>
        </a:spcBef>
        <a:buNone/>
        <a:defRPr sz="3000" kern="1200">
          <a:solidFill>
            <a:schemeClr val="tx1"/>
          </a:solidFill>
          <a:latin typeface="+mj-lt"/>
          <a:ea typeface="+mj-lt"/>
          <a:cs typeface="+mj-lt"/>
        </a:defRPr>
      </a:lvl1pPr>
    </p:titleStyle>
    <p:bodyStyle>
      <a:lvl1pPr xmlns:a="http://schemas.openxmlformats.org/drawingml/2006/main" marL="171450" indent="-171450" algn="l" defTabSz="685800">
        <a:lnSpc>
          <a:spcPct val="90000"/>
        </a:lnSpc>
        <a:spcBef>
          <a:spcPts val="750"/>
        </a:spcBef>
        <a:buFont typeface="Arial"/>
        <a:buChar char="•"/>
        <a:defRPr sz="1800" kern="1200">
          <a:solidFill>
            <a:schemeClr val="tx1"/>
          </a:solidFill>
          <a:latin typeface="+mn-lt"/>
          <a:ea typeface="+mn-lt"/>
          <a:cs typeface="+mn-lt"/>
        </a:defRPr>
      </a:lvl1pPr>
      <a:lvl2pPr xmlns:a="http://schemas.openxmlformats.org/drawingml/2006/main" marL="514350" indent="-171450" algn="l" defTabSz="685800">
        <a:lnSpc>
          <a:spcPct val="90000"/>
        </a:lnSpc>
        <a:spcBef>
          <a:spcPts val="375"/>
        </a:spcBef>
        <a:buFont typeface="Arial"/>
        <a:buChar char="•"/>
        <a:defRPr sz="1500" kern="1200">
          <a:solidFill>
            <a:schemeClr val="tx1"/>
          </a:solidFill>
          <a:latin typeface="+mn-lt"/>
          <a:ea typeface="+mn-lt"/>
          <a:cs typeface="+mn-lt"/>
        </a:defRPr>
      </a:lvl2pPr>
      <a:lvl3pPr xmlns:a="http://schemas.openxmlformats.org/drawingml/2006/main" marL="857250" indent="-171450" algn="l" defTabSz="685800">
        <a:lnSpc>
          <a:spcPct val="90000"/>
        </a:lnSpc>
        <a:spcBef>
          <a:spcPts val="375"/>
        </a:spcBef>
        <a:buFont typeface="Arial"/>
        <a:buChar char="•"/>
        <a:defRPr sz="1350" kern="1200">
          <a:solidFill>
            <a:schemeClr val="tx1"/>
          </a:solidFill>
          <a:latin typeface="+mn-lt"/>
          <a:ea typeface="+mn-lt"/>
          <a:cs typeface="+mn-lt"/>
        </a:defRPr>
      </a:lvl3pPr>
      <a:lvl4pPr xmlns:a="http://schemas.openxmlformats.org/drawingml/2006/main" marL="1200150" indent="-171450" algn="l" defTabSz="685800">
        <a:lnSpc>
          <a:spcPct val="90000"/>
        </a:lnSpc>
        <a:spcBef>
          <a:spcPts val="375"/>
        </a:spcBef>
        <a:buFont typeface="Arial"/>
        <a:buChar char="•"/>
        <a:defRPr sz="1350" kern="1200">
          <a:solidFill>
            <a:schemeClr val="tx1"/>
          </a:solidFill>
          <a:latin typeface="+mn-lt"/>
          <a:ea typeface="+mn-lt"/>
          <a:cs typeface="+mn-lt"/>
        </a:defRPr>
      </a:lvl4pPr>
      <a:lvl5pPr xmlns:a="http://schemas.openxmlformats.org/drawingml/2006/main" marL="1543050" indent="-171450" algn="l" defTabSz="685800">
        <a:lnSpc>
          <a:spcPct val="90000"/>
        </a:lnSpc>
        <a:spcBef>
          <a:spcPts val="375"/>
        </a:spcBef>
        <a:buFont typeface="Arial"/>
        <a:buChar char="•"/>
        <a:defRPr sz="1350" kern="1200">
          <a:solidFill>
            <a:schemeClr val="tx1"/>
          </a:solidFill>
          <a:latin typeface="+mn-lt"/>
          <a:ea typeface="+mn-lt"/>
          <a:cs typeface="+mn-lt"/>
        </a:defRPr>
      </a:lvl5pPr>
      <a:lvl6pPr xmlns:a="http://schemas.openxmlformats.org/drawingml/2006/main" marL="1885950" indent="-171450" algn="l" defTabSz="685800">
        <a:lnSpc>
          <a:spcPct val="90000"/>
        </a:lnSpc>
        <a:spcBef>
          <a:spcPts val="375"/>
        </a:spcBef>
        <a:buFont typeface="Arial"/>
        <a:buChar char="•"/>
        <a:defRPr sz="1350" kern="1200">
          <a:solidFill>
            <a:schemeClr val="tx1"/>
          </a:solidFill>
          <a:latin typeface="+mn-lt"/>
          <a:ea typeface="+mn-lt"/>
          <a:cs typeface="+mn-lt"/>
        </a:defRPr>
      </a:lvl6pPr>
      <a:lvl7pPr xmlns:a="http://schemas.openxmlformats.org/drawingml/2006/main" marL="2228850" indent="-171450" algn="l" defTabSz="685800">
        <a:lnSpc>
          <a:spcPct val="90000"/>
        </a:lnSpc>
        <a:spcBef>
          <a:spcPts val="375"/>
        </a:spcBef>
        <a:buFont typeface="Arial"/>
        <a:buChar char="•"/>
        <a:defRPr sz="1350" kern="1200">
          <a:solidFill>
            <a:schemeClr val="tx1"/>
          </a:solidFill>
          <a:latin typeface="+mn-lt"/>
          <a:ea typeface="+mn-lt"/>
          <a:cs typeface="+mn-lt"/>
        </a:defRPr>
      </a:lvl7pPr>
      <a:lvl8pPr xmlns:a="http://schemas.openxmlformats.org/drawingml/2006/main" marL="2571750" indent="-171450" algn="l" defTabSz="685800">
        <a:lnSpc>
          <a:spcPct val="90000"/>
        </a:lnSpc>
        <a:spcBef>
          <a:spcPts val="375"/>
        </a:spcBef>
        <a:buFont typeface="Arial"/>
        <a:buChar char="•"/>
        <a:defRPr sz="1350" kern="1200">
          <a:solidFill>
            <a:schemeClr val="tx1"/>
          </a:solidFill>
          <a:latin typeface="+mn-lt"/>
          <a:ea typeface="+mn-lt"/>
          <a:cs typeface="+mn-lt"/>
        </a:defRPr>
      </a:lvl8pPr>
      <a:lvl9pPr xmlns:a="http://schemas.openxmlformats.org/drawingml/2006/main" marL="2914650" indent="-171450" algn="l" defTabSz="685800">
        <a:lnSpc>
          <a:spcPct val="90000"/>
        </a:lnSpc>
        <a:spcBef>
          <a:spcPts val="375"/>
        </a:spcBef>
        <a:buFont typeface="Arial"/>
        <a:buChar char="•"/>
        <a:defRPr sz="1350" kern="1200">
          <a:solidFill>
            <a:schemeClr val="tx1"/>
          </a:solidFill>
          <a:latin typeface="+mn-lt"/>
          <a:ea typeface="+mn-lt"/>
          <a:cs typeface="+mn-lt"/>
        </a:defRPr>
      </a:lvl9pPr>
    </p:bodyStyle>
    <p:otherStyle>
      <a:lvl1pPr xmlns:a="http://schemas.openxmlformats.org/drawingml/2006/main" marL="0" algn="l" defTabSz="685800">
        <a:buNone/>
        <a:defRPr sz="1350" kern="1200">
          <a:solidFill>
            <a:schemeClr val="tx1"/>
          </a:solidFill>
          <a:latin typeface="+mn-lt"/>
          <a:ea typeface="+mn-lt"/>
          <a:cs typeface="+mn-lt"/>
        </a:defRPr>
      </a:lvl1pPr>
      <a:lvl2pPr xmlns:a="http://schemas.openxmlformats.org/drawingml/2006/main" marL="342900" algn="l" defTabSz="685800">
        <a:buNone/>
        <a:defRPr sz="1350" kern="1200">
          <a:solidFill>
            <a:schemeClr val="tx1"/>
          </a:solidFill>
          <a:latin typeface="+mn-lt"/>
          <a:ea typeface="+mn-lt"/>
          <a:cs typeface="+mn-lt"/>
        </a:defRPr>
      </a:lvl2pPr>
      <a:lvl3pPr xmlns:a="http://schemas.openxmlformats.org/drawingml/2006/main" marL="685800" algn="l" defTabSz="685800">
        <a:buNone/>
        <a:defRPr sz="1350" kern="1200">
          <a:solidFill>
            <a:schemeClr val="tx1"/>
          </a:solidFill>
          <a:latin typeface="+mn-lt"/>
          <a:ea typeface="+mn-lt"/>
          <a:cs typeface="+mn-lt"/>
        </a:defRPr>
      </a:lvl3pPr>
      <a:lvl4pPr xmlns:a="http://schemas.openxmlformats.org/drawingml/2006/main" marL="1028700" algn="l" defTabSz="685800">
        <a:buNone/>
        <a:defRPr sz="1350" kern="1200">
          <a:solidFill>
            <a:schemeClr val="tx1"/>
          </a:solidFill>
          <a:latin typeface="+mn-lt"/>
          <a:ea typeface="+mn-lt"/>
          <a:cs typeface="+mn-lt"/>
        </a:defRPr>
      </a:lvl4pPr>
      <a:lvl5pPr xmlns:a="http://schemas.openxmlformats.org/drawingml/2006/main" marL="1371600" algn="l" defTabSz="685800">
        <a:buNone/>
        <a:defRPr sz="1350" kern="1200">
          <a:solidFill>
            <a:schemeClr val="tx1"/>
          </a:solidFill>
          <a:latin typeface="+mn-lt"/>
          <a:ea typeface="+mn-lt"/>
          <a:cs typeface="+mn-lt"/>
        </a:defRPr>
      </a:lvl5pPr>
      <a:lvl6pPr xmlns:a="http://schemas.openxmlformats.org/drawingml/2006/main" marL="1714500" algn="l" defTabSz="685800">
        <a:buNone/>
        <a:defRPr sz="1350" kern="1200">
          <a:solidFill>
            <a:schemeClr val="tx1"/>
          </a:solidFill>
          <a:latin typeface="+mn-lt"/>
          <a:ea typeface="+mn-lt"/>
          <a:cs typeface="+mn-lt"/>
        </a:defRPr>
      </a:lvl6pPr>
      <a:lvl7pPr xmlns:a="http://schemas.openxmlformats.org/drawingml/2006/main" marL="2057400" algn="l" defTabSz="685800">
        <a:buNone/>
        <a:defRPr sz="1350" kern="1200">
          <a:solidFill>
            <a:schemeClr val="tx1"/>
          </a:solidFill>
          <a:latin typeface="+mn-lt"/>
          <a:ea typeface="+mn-lt"/>
          <a:cs typeface="+mn-lt"/>
        </a:defRPr>
      </a:lvl7pPr>
      <a:lvl8pPr xmlns:a="http://schemas.openxmlformats.org/drawingml/2006/main" marL="2400300" algn="l" defTabSz="685800">
        <a:buNone/>
        <a:defRPr sz="1350" kern="1200">
          <a:solidFill>
            <a:schemeClr val="tx1"/>
          </a:solidFill>
          <a:latin typeface="+mn-lt"/>
          <a:ea typeface="+mn-lt"/>
          <a:cs typeface="+mn-lt"/>
        </a:defRPr>
      </a:lvl8pPr>
      <a:lvl9pPr xmlns:a="http://schemas.openxmlformats.org/drawingml/2006/main" marL="2743200" algn="l" defTabSz="685800">
        <a:buNone/>
        <a:defRPr sz="135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0.xml" Id="R1b708c746df64a64" /><Relationship Type="http://schemas.openxmlformats.org/officeDocument/2006/relationships/image" Target="/ppt/media/image.png" Id="Rc82ee64b8854451a" /><Relationship Type="http://schemas.openxmlformats.org/officeDocument/2006/relationships/image" Target="/ppt/media/image.jpeg" Id="R55280ef52ac04aef" /><Relationship Type="http://schemas.openxmlformats.org/officeDocument/2006/relationships/notesSlide" Target="/ppt/notesSlides/notesSlide1.xml" Id="Reef0215cad1142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0.xml" Id="Rdddabfa4fcdc4240" /><Relationship Type="http://schemas.openxmlformats.org/officeDocument/2006/relationships/image" Target="/ppt/media/image.jpeg" Id="R83f461b52af84fb2" /><Relationship Type="http://schemas.openxmlformats.org/officeDocument/2006/relationships/notesSlide" Target="/ppt/notesSlides/notesSlide2.xml" Id="R5a979870b27046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0.xml" Id="R4613a8e0a1a749cf" /><Relationship Type="http://schemas.openxmlformats.org/officeDocument/2006/relationships/image" Target="/ppt/media/image.jpeg" Id="Rf01dbb5e54b341a6" /><Relationship Type="http://schemas.openxmlformats.org/officeDocument/2006/relationships/notesSlide" Target="/ppt/notesSlides/notesSlide3.xml" Id="R0e6cfe683dc04a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0.xml" Id="R3146685656d84e44" /><Relationship Type="http://schemas.openxmlformats.org/officeDocument/2006/relationships/image" Target="/ppt/media/image.jpeg" Id="R567f5da356bb4c75" /><Relationship Type="http://schemas.openxmlformats.org/officeDocument/2006/relationships/image" Target="/ppt/media/image2.png" Id="R56774b85878f4824" /><Relationship Type="http://schemas.openxmlformats.org/officeDocument/2006/relationships/image" Target="/ppt/media/image2.jpeg" Id="R338792e133084c43" /><Relationship Type="http://schemas.openxmlformats.org/officeDocument/2006/relationships/image" Target="/ppt/media/image3.png" Id="Rdb0774608dc74b54" /><Relationship Type="http://schemas.openxmlformats.org/officeDocument/2006/relationships/notesSlide" Target="/ppt/notesSlides/notesSlide4.xml" Id="Rfe3bf195ec764f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0.xml" Id="Reaecca8979f04ac8" /><Relationship Type="http://schemas.openxmlformats.org/officeDocument/2006/relationships/image" Target="/ppt/media/image.jpeg" Id="R07f299b4cc334762" /><Relationship Type="http://schemas.openxmlformats.org/officeDocument/2006/relationships/image" Target="/ppt/media/image4.png" Id="Rc183d25b67d94173" /><Relationship Type="http://schemas.openxmlformats.org/officeDocument/2006/relationships/notesSlide" Target="/ppt/notesSlides/notesSlide5.xml" Id="R2f341a5774954aa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0.xml" Id="R321efe4873bc440c" /><Relationship Type="http://schemas.openxmlformats.org/officeDocument/2006/relationships/image" Target="/ppt/media/image.jpeg" Id="R01ec0405c8ed4b37" /><Relationship Type="http://schemas.openxmlformats.org/officeDocument/2006/relationships/notesSlide" Target="/ppt/notesSlides/notesSlide6.xml" Id="Rfced7e558f264c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0.xml" Id="Re4599b8e39314afb" /><Relationship Type="http://schemas.openxmlformats.org/officeDocument/2006/relationships/image" Target="/ppt/media/image.jpeg" Id="Re63881608a604977" /><Relationship Type="http://schemas.openxmlformats.org/officeDocument/2006/relationships/image" Target="/ppt/media/image5.png" Id="R742566e3b23449c9" /><Relationship Type="http://schemas.openxmlformats.org/officeDocument/2006/relationships/image" Target="/ppt/media/image3.jpeg" Id="R651ef3b6a4ef48a6" /><Relationship Type="http://schemas.openxmlformats.org/officeDocument/2006/relationships/image" Target="/ppt/media/image6.png" Id="R0b852b54717b4c9c" /><Relationship Type="http://schemas.openxmlformats.org/officeDocument/2006/relationships/notesSlide" Target="/ppt/notesSlides/notesSlide7.xml" Id="R3b58a2d235a341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0.xml" Id="R30a916e098f84940" /><Relationship Type="http://schemas.openxmlformats.org/officeDocument/2006/relationships/image" Target="/ppt/media/image.jpeg" Id="Rf9ee7f02b85347f0" /><Relationship Type="http://schemas.openxmlformats.org/officeDocument/2006/relationships/image" Target="/ppt/media/image7.png" Id="Rda835ce517ae46c8" /><Relationship Type="http://schemas.openxmlformats.org/officeDocument/2006/relationships/image" Target="/ppt/media/image8.png" Id="R1dd25951094d4eb8" /><Relationship Type="http://schemas.openxmlformats.org/officeDocument/2006/relationships/image" Target="/ppt/media/image9.png" Id="R5d856b5c06374016" /><Relationship Type="http://schemas.openxmlformats.org/officeDocument/2006/relationships/notesSlide" Target="/ppt/notesSlides/notesSlide8.xml" Id="Rb1df41094562415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0.xml" Id="Ra017ef89668549b7" /><Relationship Type="http://schemas.openxmlformats.org/officeDocument/2006/relationships/image" Target="/ppt/media/image.jpeg" Id="R2bdfcf3964d94fe0" /><Relationship Type="http://schemas.openxmlformats.org/officeDocument/2006/relationships/notesSlide" Target="/ppt/notesSlides/notesSlide9.xml" Id="R984f274a33d34aa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0.xml" Id="R7746693ba8d54368" /><Relationship Type="http://schemas.openxmlformats.org/officeDocument/2006/relationships/image" Target="/ppt/media/image.jpeg" Id="R9946aade503645f7" /><Relationship Type="http://schemas.openxmlformats.org/officeDocument/2006/relationships/notesSlide" Target="/ppt/notesSlides/notesSlide10.xml" Id="R88d5ddefbcea4d5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0.xml" Id="Rb00d47a27b374779" /><Relationship Type="http://schemas.openxmlformats.org/officeDocument/2006/relationships/image" Target="/ppt/media/image.jpeg" Id="Rdbaa53e0eb16456b" /><Relationship Type="http://schemas.openxmlformats.org/officeDocument/2006/relationships/notesSlide" Target="/ppt/notesSlides/notesSlide11.xml" Id="R6a36edc5b740415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0.xml" Id="R0d5689db6d344eff" /><Relationship Type="http://schemas.openxmlformats.org/officeDocument/2006/relationships/image" Target="/ppt/media/image.jpeg" Id="R98582d1a24384f0a" /><Relationship Type="http://schemas.openxmlformats.org/officeDocument/2006/relationships/notesSlide" Target="/ppt/notesSlides/notesSlide12.xml" Id="R55253e08e38641c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0.xml" Id="R88bce60b6e94499b" /><Relationship Type="http://schemas.openxmlformats.org/officeDocument/2006/relationships/image" Target="/ppt/media/image.jpeg" Id="R64743524036c45d1" /><Relationship Type="http://schemas.openxmlformats.org/officeDocument/2006/relationships/notesSlide" Target="/ppt/notesSlides/notesSlide13.xml" Id="R7b952e8db644437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文本占位符 2">
            <a:extLst xmlns:a="http://schemas.openxmlformats.org/drawingml/2006/main">
              <a:ext uri="{FF2B5EF4-FFF2-40B4-BE49-F238E27FC236}">
                <a16:creationId xmlns:a16="http://schemas.microsoft.com/office/drawing/2014/main" id="{0499A05B-9F96-42F5-9247-66E5E0B83E78}"/>
              </a:ext>
            </a:extLst>
          </p:cNvPr>
          <p:cNvSpPr>
            <a:spLocks xmlns:a="http://schemas.openxmlformats.org/drawingml/2006/main" noGrp="1"/>
          </p:cNvSpPr>
          <p:nvPr/>
        </p:nvSpPr>
        <p:spPr>
          <a:xfrm xmlns:a="http://schemas.openxmlformats.org/drawingml/2006/main">
            <a:off x="0" y="2942107"/>
            <a:ext cx="9115605" cy="2179803"/>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chor="ctr"/>
          <a:lstStyle xmlns:a="http://schemas.openxmlformats.org/drawingml/2006/main"/>
          <a:p xmlns:a="http://schemas.openxmlformats.org/drawingml/2006/main">
            <a:pPr marL="1789430" indent="-1789430" algn="ctr">
              <a:lnSpc>
                <a:spcPct val="135000"/>
              </a:lnSpc>
              <a:spcBef>
                <a:spcPts val="125"/>
              </a:spcBef>
              <a:spcAft>
                <a:spcPts val="0"/>
              </a:spcAft>
              <a:buFont typeface="Arial"/>
              <a:buNone/>
              <a:tabLst>
                <a:tab pos="1788795" algn="l"/>
              </a:tabLst>
            </a:pPr>
            <a:r>
              <a:t/>
            </a:r>
            <a:endParaRPr sz="2400" b="1">
              <a:effectLst>
                <a:outerShdw blurRad="38100" dist="19050" dir="2700000" algn="tl" rotWithShape="0">
                  <a:schemeClr val="dk1">
                    <a:alpha val="40000"/>
                  </a:schemeClr>
                </a:outerShdw>
              </a:effectLst>
              <a:latin typeface="微软雅黑"/>
              <a:ea typeface="微软雅黑"/>
              <a:cs typeface="微软雅黑"/>
            </a:endParaRPr>
          </a:p>
          <a:p xmlns:a="http://schemas.openxmlformats.org/drawingml/2006/main">
            <a:pPr marL="1789430" indent="-1789430" algn="ctr">
              <a:lnSpc>
                <a:spcPct val="135000"/>
              </a:lnSpc>
              <a:spcBef>
                <a:spcPts val="125"/>
              </a:spcBef>
              <a:spcAft>
                <a:spcPts val="0"/>
              </a:spcAft>
              <a:buFont typeface="Arial"/>
              <a:buNone/>
              <a:tabLst>
                <a:tab pos="1788795" algn="l"/>
              </a:tabLst>
            </a:pPr>
            <a:r>
              <a:rPr sz="2400" b="1">
                <a:effectLst>
                  <a:outerShdw blurRad="38100" dist="19050" dir="2700000" algn="tl" rotWithShape="0">
                    <a:schemeClr val="dk1">
                      <a:alpha val="40000"/>
                    </a:schemeClr>
                  </a:outerShdw>
                </a:effectLst>
                <a:latin typeface="微软雅黑"/>
                <a:ea typeface="微软雅黑"/>
                <a:cs typeface="微软雅黑"/>
              </a:rPr>
              <a:t>华东分部生技部、武汉南瑞</a:t>
            </a:r>
            <a:endParaRPr sz="2400" b="1">
              <a:effectLst>
                <a:outerShdw blurRad="38100" dist="19050" dir="2700000" algn="tl" rotWithShape="0">
                  <a:schemeClr val="dk1">
                    <a:alpha val="40000"/>
                  </a:schemeClr>
                </a:outerShdw>
              </a:effectLst>
              <a:latin typeface="微软雅黑"/>
              <a:ea typeface="微软雅黑"/>
              <a:cs typeface="微软雅黑"/>
            </a:endParaRPr>
          </a:p>
          <a:p xmlns:a="http://schemas.openxmlformats.org/drawingml/2006/main">
            <a:pPr marL="1789430" indent="-1789430" algn="ctr">
              <a:lnSpc>
                <a:spcPct val="135000"/>
              </a:lnSpc>
              <a:spcBef>
                <a:spcPts val="125"/>
              </a:spcBef>
              <a:spcAft>
                <a:spcPts val="0"/>
              </a:spcAft>
              <a:buFont typeface="Arial"/>
              <a:buNone/>
              <a:tabLst>
                <a:tab pos="1788795" algn="l"/>
              </a:tabLst>
            </a:pPr>
            <a:r>
              <a:rPr sz="2400" b="1">
                <a:latin typeface="微软雅黑"/>
                <a:ea typeface="微软雅黑"/>
                <a:cs typeface="微软雅黑"/>
              </a:rPr>
              <a:t>2026年8月</a:t>
            </a:r>
            <a:endParaRPr sz="2400">
              <a:solidFill>
                <a:schemeClr val="tx1"/>
              </a:solidFill>
              <a:latin typeface="微软雅黑"/>
              <a:ea typeface="微软雅黑"/>
              <a:cs typeface="微软雅黑"/>
            </a:endParaRPr>
          </a:p>
        </p:txBody>
      </p:sp>
      <p:pic>
        <p:nvPicPr>
          <p:cNvPr id="14" name="图片 1"/>
          <p:cNvPicPr>
            <a:picLocks xmlns:a="http://schemas.openxmlformats.org/drawingml/2006/main" noChangeAspect="1"/>
          </p:cNvPicPr>
          <p:nvPr/>
        </p:nvPicPr>
        <p:blipFill>
          <a:blip xmlns:r="http://schemas.openxmlformats.org/officeDocument/2006/relationships" xmlns:a="http://schemas.openxmlformats.org/drawingml/2006/main" r:embed="Rc82ee64b8854451a"/>
          <a:stretch xmlns:a="http://schemas.openxmlformats.org/drawingml/2006/main">
            <a:fillRect l="0" t="0" r="0" b="0"/>
          </a:stretch>
        </p:blipFill>
        <p:spPr>
          <a:xfrm xmlns:a="http://schemas.openxmlformats.org/drawingml/2006/main">
            <a:off x="6598" y="987574"/>
            <a:ext cx="9115129" cy="2520280"/>
          </a:xfrm>
          <a:prstGeom xmlns:a="http://schemas.openxmlformats.org/drawingml/2006/main" prst="rect">
            <a:avLst/>
          </a:prstGeom>
          <a:ln xmlns:a="http://schemas.openxmlformats.org/drawingml/2006/main" w="9525">
            <a:noFill/>
          </a:ln>
        </p:spPr>
      </p:pic>
      <p:sp>
        <p:nvSpPr>
          <p:cNvPr id="10" name="TextBox 6">
            <a:extLst xmlns:a="http://schemas.openxmlformats.org/drawingml/2006/main">
              <a:ext uri="{FF2B5EF4-FFF2-40B4-BE49-F238E27FC236}">
                <a16:creationId xmlns:a16="http://schemas.microsoft.com/office/drawing/2014/main" id="{7999B32B-46BB-4232-A8B4-756837FBEEB7}"/>
              </a:ext>
            </a:extLst>
          </p:cNvPr>
          <p:cNvSpPr>
            <a:spLocks xmlns:a="http://schemas.openxmlformats.org/drawingml/2006/main" noGrp="1"/>
          </p:cNvSpPr>
          <p:nvPr/>
        </p:nvSpPr>
        <p:spPr>
          <a:xfrm xmlns:a="http://schemas.openxmlformats.org/drawingml/2006/main">
            <a:off x="14197" y="1249290"/>
            <a:ext cx="9115605" cy="20612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200" b="1">
                <a:solidFill>
                  <a:schemeClr val="bg1"/>
                </a:solidFill>
                <a:latin typeface="微软雅黑"/>
                <a:ea typeface="微软雅黑"/>
                <a:cs typeface="微软雅黑"/>
              </a:rPr>
              <a:t>2026年国网华东分部基于多模态数据分析的电网安全智能管控关键技术研究</a:t>
            </a:r>
            <a:endParaRPr sz="3200" b="1">
              <a:solidFill>
                <a:schemeClr val="bg1"/>
              </a:solidFill>
              <a:latin typeface="微软雅黑"/>
              <a:ea typeface="微软雅黑"/>
              <a:cs typeface="微软雅黑"/>
            </a:endParaRPr>
          </a:p>
          <a:p xmlns:a="http://schemas.openxmlformats.org/drawingml/2006/main">
            <a:pPr algn="ctr">
              <a:buNone/>
            </a:pPr>
            <a:r>
              <a:t/>
            </a:r>
            <a:endParaRPr sz="3200" b="1">
              <a:solidFill>
                <a:schemeClr val="bg1"/>
              </a:solidFill>
              <a:latin typeface="微软雅黑"/>
              <a:ea typeface="微软雅黑"/>
              <a:cs typeface="微软雅黑"/>
            </a:endParaRPr>
          </a:p>
          <a:p xmlns:a="http://schemas.openxmlformats.org/drawingml/2006/main">
            <a:pPr algn="ctr">
              <a:buNone/>
            </a:pPr>
            <a:r>
              <a:rPr sz="3200" b="1">
                <a:solidFill>
                  <a:schemeClr val="bg1"/>
                </a:solidFill>
                <a:latin typeface="微软雅黑"/>
                <a:ea typeface="微软雅黑"/>
                <a:cs typeface="微软雅黑"/>
              </a:rPr>
              <a:t>项目阶段性进展汇报</a:t>
            </a:r>
            <a:endParaRPr sz="3200" b="1">
              <a:solidFill>
                <a:schemeClr val="bg1"/>
              </a:solidFill>
              <a:latin typeface="微软雅黑"/>
              <a:ea typeface="微软雅黑"/>
              <a:cs typeface="微软雅黑"/>
            </a:endParaRPr>
          </a:p>
        </p:txBody>
      </p:sp>
      <p:pic>
        <p:nvPicPr>
          <p:cNvPr id="16" name="Picture 2"/>
          <p:cNvPicPr>
            <a:picLocks xmlns:a="http://schemas.openxmlformats.org/drawingml/2006/main" noChangeAspect="1"/>
          </p:cNvPicPr>
          <p:nvPr/>
        </p:nvPicPr>
        <p:blipFill>
          <a:blip xmlns:r="http://schemas.openxmlformats.org/officeDocument/2006/relationships" xmlns:a="http://schemas.openxmlformats.org/drawingml/2006/main" r:embed="R55280ef52ac04aef"/>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58621094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矩形 8">
            <a:extLst xmlns:a="http://schemas.openxmlformats.org/drawingml/2006/main">
              <a:ext uri="{FF2B5EF4-FFF2-40B4-BE49-F238E27FC236}">
                <a16:creationId xmlns:a16="http://schemas.microsoft.com/office/drawing/2014/main" id="{A5BDDCD9-5BE1-4D91-A6B6-26535DD4E978}"/>
              </a:ext>
            </a:extLst>
          </p:cNvPr>
          <p:cNvSpPr>
            <a:spLocks xmlns:a="http://schemas.openxmlformats.org/drawingml/2006/main" noGrp="1"/>
          </p:cNvSpPr>
          <p:nvPr/>
        </p:nvSpPr>
        <p:spPr>
          <a:xfrm xmlns:a="http://schemas.openxmlformats.org/drawingml/2006/main" rot="0" flipH="0" flipV="0">
            <a:off x="275590" y="699542"/>
            <a:ext cx="2174755" cy="4334349"/>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latin typeface="微软雅黑"/>
              <a:ea typeface="微软雅黑"/>
              <a:cs typeface="微软雅黑"/>
            </a:endParaRPr>
          </a:p>
        </p:txBody>
      </p:sp>
      <p:sp>
        <p:nvSpPr>
          <p:cNvPr id="14" name="文本框 13">
            <a:extLst xmlns:a="http://schemas.openxmlformats.org/drawingml/2006/main">
              <a:ext uri="{FF2B5EF4-FFF2-40B4-BE49-F238E27FC236}">
                <a16:creationId xmlns:a16="http://schemas.microsoft.com/office/drawing/2014/main" id="{80C32921-32B3-4659-B203-2ECAB0ECDD53}"/>
              </a:ext>
            </a:extLst>
          </p:cNvPr>
          <p:cNvSpPr>
            <a:spLocks xmlns:a="http://schemas.openxmlformats.org/drawingml/2006/main" noGrp="1"/>
          </p:cNvSpPr>
          <p:nvPr/>
        </p:nvSpPr>
        <p:spPr>
          <a:xfrm xmlns:a="http://schemas.openxmlformats.org/drawingml/2006/main" rot="0" flipH="0" flipV="0">
            <a:off x="275590" y="2140213"/>
            <a:ext cx="2183260" cy="4601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bg1"/>
                </a:solidFill>
                <a:latin typeface="微软雅黑"/>
                <a:ea typeface="微软雅黑"/>
                <a:cs typeface="微软雅黑"/>
              </a:rPr>
              <a:t>CONTENTS</a:t>
            </a:r>
            <a:endParaRPr sz="2400">
              <a:solidFill>
                <a:schemeClr val="bg1"/>
              </a:solidFill>
              <a:latin typeface="微软雅黑"/>
              <a:ea typeface="微软雅黑"/>
              <a:cs typeface="微软雅黑"/>
            </a:endParaRPr>
          </a:p>
        </p:txBody>
      </p:sp>
      <p:sp>
        <p:nvSpPr>
          <p:cNvPr id="15" name="文本框 14">
            <a:extLst xmlns:a="http://schemas.openxmlformats.org/drawingml/2006/main">
              <a:ext uri="{FF2B5EF4-FFF2-40B4-BE49-F238E27FC236}">
                <a16:creationId xmlns:a16="http://schemas.microsoft.com/office/drawing/2014/main" id="{72865AC7-6CB7-4CD5-9AB9-309D2F08325D}"/>
              </a:ext>
            </a:extLst>
          </p:cNvPr>
          <p:cNvSpPr>
            <a:spLocks xmlns:a="http://schemas.openxmlformats.org/drawingml/2006/main" noGrp="1"/>
          </p:cNvSpPr>
          <p:nvPr/>
        </p:nvSpPr>
        <p:spPr>
          <a:xfrm xmlns:a="http://schemas.openxmlformats.org/drawingml/2006/main" rot="0" flipH="0" flipV="0">
            <a:off x="557457" y="2543022"/>
            <a:ext cx="940369" cy="4601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bg1"/>
                </a:solidFill>
                <a:latin typeface="微软雅黑"/>
                <a:ea typeface="微软雅黑"/>
                <a:cs typeface="微软雅黑"/>
              </a:rPr>
              <a:t>目 录</a:t>
            </a:r>
            <a:endParaRPr sz="2400" b="1">
              <a:solidFill>
                <a:schemeClr val="bg1"/>
              </a:solidFill>
              <a:latin typeface="微软雅黑"/>
              <a:ea typeface="微软雅黑"/>
              <a:cs typeface="微软雅黑"/>
            </a:endParaRPr>
          </a:p>
        </p:txBody>
      </p:sp>
      <p:sp>
        <p:nvSpPr>
          <p:cNvPr id="18" name="矩形 17">
            <a:extLst xmlns:a="http://schemas.openxmlformats.org/drawingml/2006/main">
              <a:ext uri="{FF2B5EF4-FFF2-40B4-BE49-F238E27FC236}">
                <a16:creationId xmlns:a16="http://schemas.microsoft.com/office/drawing/2014/main" id="{7FA19F9E-97B3-4CBD-8E97-BA09568DAA0C}"/>
              </a:ext>
            </a:extLst>
          </p:cNvPr>
          <p:cNvSpPr>
            <a:spLocks xmlns:a="http://schemas.openxmlformats.org/drawingml/2006/main" noGrp="1"/>
          </p:cNvSpPr>
          <p:nvPr/>
        </p:nvSpPr>
        <p:spPr>
          <a:xfrm xmlns:a="http://schemas.openxmlformats.org/drawingml/2006/main" rot="0" flipH="0" flipV="1">
            <a:off x="725727" y="3129803"/>
            <a:ext cx="335932" cy="34327"/>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400">
              <a:latin typeface="微软雅黑"/>
              <a:ea typeface="微软雅黑"/>
              <a:cs typeface="微软雅黑"/>
            </a:endParaRPr>
          </a:p>
        </p:txBody>
      </p:sp>
      <p:sp>
        <p:nvSpPr>
          <p:cNvPr id="48" name="文本框 47">
            <a:extLst xmlns:a="http://schemas.openxmlformats.org/drawingml/2006/main">
              <a:ext uri="{FF2B5EF4-FFF2-40B4-BE49-F238E27FC236}">
                <a16:creationId xmlns:a16="http://schemas.microsoft.com/office/drawing/2014/main" id="{0E946C27-CF25-46F6-AE1A-73EEFEA2035E}"/>
              </a:ext>
            </a:extLst>
          </p:cNvPr>
          <p:cNvSpPr>
            <a:spLocks xmlns:a="http://schemas.openxmlformats.org/drawingml/2006/main" noGrp="1"/>
          </p:cNvSpPr>
          <p:nvPr/>
        </p:nvSpPr>
        <p:spPr>
          <a:xfrm xmlns:a="http://schemas.openxmlformats.org/drawingml/2006/main" rot="0" flipH="0" flipV="0">
            <a:off x="275590" y="2141286"/>
            <a:ext cx="2183260" cy="4601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bg1"/>
                </a:solidFill>
                <a:latin typeface="微软雅黑"/>
                <a:ea typeface="微软雅黑"/>
                <a:cs typeface="微软雅黑"/>
              </a:rPr>
              <a:t>CONTENTS</a:t>
            </a:r>
            <a:endParaRPr sz="2400">
              <a:solidFill>
                <a:schemeClr val="bg1"/>
              </a:solidFill>
              <a:latin typeface="微软雅黑"/>
              <a:ea typeface="微软雅黑"/>
              <a:cs typeface="微软雅黑"/>
            </a:endParaRPr>
          </a:p>
        </p:txBody>
      </p:sp>
      <p:sp>
        <p:nvSpPr>
          <p:cNvPr id="20" name="矩形 19">
            <a:extLst xmlns:a="http://schemas.openxmlformats.org/drawingml/2006/main">
              <a:ext uri="{FF2B5EF4-FFF2-40B4-BE49-F238E27FC236}">
                <a16:creationId xmlns:a16="http://schemas.microsoft.com/office/drawing/2014/main" id="{8BD450B8-CFE2-4DAC-BAFB-EDF77E657D13}"/>
              </a:ext>
            </a:extLst>
          </p:cNvPr>
          <p:cNvSpPr>
            <a:spLocks xmlns:a="http://schemas.openxmlformats.org/drawingml/2006/main" noGrp="1"/>
          </p:cNvSpPr>
          <p:nvPr/>
        </p:nvSpPr>
        <p:spPr>
          <a:xfrm xmlns:a="http://schemas.openxmlformats.org/drawingml/2006/main" rot="0" flipH="0" flipV="0">
            <a:off x="8744278" y="982557"/>
            <a:ext cx="72697" cy="1858953"/>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latin typeface="微软雅黑"/>
              <a:ea typeface="微软雅黑"/>
              <a:cs typeface="微软雅黑"/>
            </a:endParaRPr>
          </a:p>
        </p:txBody>
      </p:sp>
      <p:sp>
        <p:nvSpPr>
          <p:cNvPr id="36" name="矩形 35">
            <a:extLst xmlns:a="http://schemas.openxmlformats.org/drawingml/2006/main">
              <a:ext uri="{FF2B5EF4-FFF2-40B4-BE49-F238E27FC236}">
                <a16:creationId xmlns:a16="http://schemas.microsoft.com/office/drawing/2014/main" id="{D43E248E-EE6D-4A24-844A-31810D0C7026}"/>
              </a:ext>
            </a:extLst>
          </p:cNvPr>
          <p:cNvSpPr>
            <a:spLocks xmlns:a="http://schemas.openxmlformats.org/drawingml/2006/main" noGrp="1"/>
          </p:cNvSpPr>
          <p:nvPr/>
        </p:nvSpPr>
        <p:spPr>
          <a:xfrm xmlns:a="http://schemas.openxmlformats.org/drawingml/2006/main" rot="0" flipH="0" flipV="0">
            <a:off x="8744278" y="2799006"/>
            <a:ext cx="72697" cy="1858953"/>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latin typeface="微软雅黑"/>
              <a:ea typeface="微软雅黑"/>
              <a:cs typeface="微软雅黑"/>
            </a:endParaRPr>
          </a:p>
        </p:txBody>
      </p:sp>
      <p:sp>
        <p:nvSpPr>
          <p:cNvPr id="10" name="矩形 32">
            <a:extLst xmlns:a="http://schemas.openxmlformats.org/drawingml/2006/main">
              <a:ext uri="{FF2B5EF4-FFF2-40B4-BE49-F238E27FC236}">
                <a16:creationId xmlns:a16="http://schemas.microsoft.com/office/drawing/2014/main" id="{81ECD3FD-B857-4B7A-9AC7-39BAEF5B6ADC}"/>
              </a:ext>
            </a:extLst>
          </p:cNvPr>
          <p:cNvSpPr>
            <a:spLocks xmlns:a="http://schemas.openxmlformats.org/drawingml/2006/main" noGrp="1"/>
          </p:cNvSpPr>
          <p:nvPr/>
        </p:nvSpPr>
        <p:spPr>
          <a:xfrm xmlns:a="http://schemas.openxmlformats.org/drawingml/2006/main" rot="0" flipH="0" flipV="0">
            <a:off x="3337835" y="1684153"/>
            <a:ext cx="479937" cy="591522"/>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algn="ctr" defTabSz="685165">
              <a:buNone/>
            </a:pPr>
            <a:r>
              <a:rPr sz="2400" b="1">
                <a:solidFill>
                  <a:prstClr val="white"/>
                </a:solidFill>
                <a:latin typeface="微软雅黑"/>
                <a:ea typeface="微软雅黑"/>
                <a:cs typeface="微软雅黑"/>
              </a:rPr>
              <a:t>一</a:t>
            </a:r>
            <a:endParaRPr sz="2400" b="1">
              <a:solidFill>
                <a:prstClr val="white"/>
              </a:solidFill>
              <a:latin typeface="微软雅黑"/>
              <a:ea typeface="微软雅黑"/>
              <a:cs typeface="微软雅黑"/>
            </a:endParaRPr>
          </a:p>
        </p:txBody>
      </p:sp>
      <p:sp>
        <p:nvSpPr>
          <p:cNvPr id="11" name="矩形 13">
            <a:extLst xmlns:a="http://schemas.openxmlformats.org/drawingml/2006/main">
              <a:ext uri="{FF2B5EF4-FFF2-40B4-BE49-F238E27FC236}">
                <a16:creationId xmlns:a16="http://schemas.microsoft.com/office/drawing/2014/main" id="{CB445A8A-EE66-4409-B239-39171D04A9A9}"/>
              </a:ext>
            </a:extLst>
          </p:cNvPr>
          <p:cNvSpPr>
            <a:spLocks xmlns:a="http://schemas.openxmlformats.org/drawingml/2006/main" noGrp="1"/>
          </p:cNvSpPr>
          <p:nvPr/>
        </p:nvSpPr>
        <p:spPr>
          <a:xfrm xmlns:a="http://schemas.openxmlformats.org/drawingml/2006/main" rot="0" flipH="0" flipV="0">
            <a:off x="4129971" y="1679101"/>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l" defTabSz="913765">
              <a:buClrTx/>
              <a:buSzTx/>
              <a:buFontTx/>
              <a:buNone/>
            </a:pPr>
            <a:r>
              <a:rPr sz="2400" b="1">
                <a:solidFill>
                  <a:schemeClr val="tx1"/>
                </a:solidFill>
                <a:latin typeface="微软雅黑"/>
                <a:ea typeface="微软雅黑"/>
                <a:cs typeface="微软雅黑"/>
              </a:rPr>
              <a:t>必要性分析</a:t>
            </a:r>
            <a:endParaRPr sz="2400" b="1">
              <a:solidFill>
                <a:schemeClr val="tx1"/>
              </a:solidFill>
              <a:latin typeface="微软雅黑"/>
              <a:ea typeface="微软雅黑"/>
              <a:cs typeface="微软雅黑"/>
            </a:endParaRPr>
          </a:p>
        </p:txBody>
      </p:sp>
      <p:sp>
        <p:nvSpPr>
          <p:cNvPr id="12" name="矩形 32">
            <a:extLst xmlns:a="http://schemas.openxmlformats.org/drawingml/2006/main">
              <a:ext uri="{FF2B5EF4-FFF2-40B4-BE49-F238E27FC236}">
                <a16:creationId xmlns:a16="http://schemas.microsoft.com/office/drawing/2014/main" id="{B40658F6-9F7C-48BE-92B1-D31BF3AA47B4}"/>
              </a:ext>
            </a:extLst>
          </p:cNvPr>
          <p:cNvSpPr>
            <a:spLocks xmlns:a="http://schemas.openxmlformats.org/drawingml/2006/main" noGrp="1"/>
          </p:cNvSpPr>
          <p:nvPr/>
        </p:nvSpPr>
        <p:spPr>
          <a:xfrm xmlns:a="http://schemas.openxmlformats.org/drawingml/2006/main" rot="0" flipH="0" flipV="0">
            <a:off x="3337836" y="3389264"/>
            <a:ext cx="479937" cy="598400"/>
          </a:xfrm>
          <a:prstGeom xmlns:a="http://schemas.openxmlformats.org/drawingml/2006/main" prst="rect">
            <a:avLst/>
          </a:prstGeom>
          <a:solidFill xmlns:a="http://schemas.openxmlformats.org/drawingml/2006/main">
            <a:srgbClr val="24316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ctr" defTabSz="685165">
              <a:buClrTx/>
              <a:buSzTx/>
              <a:buFontTx/>
              <a:buNone/>
            </a:pPr>
            <a:r>
              <a:rPr sz="2400" b="1">
                <a:solidFill>
                  <a:prstClr val="white"/>
                </a:solidFill>
                <a:latin typeface="微软雅黑"/>
                <a:ea typeface="微软雅黑"/>
                <a:cs typeface="微软雅黑"/>
              </a:rPr>
              <a:t>三</a:t>
            </a:r>
            <a:endParaRPr sz="2400" b="1">
              <a:solidFill>
                <a:prstClr val="white"/>
              </a:solidFill>
              <a:latin typeface="微软雅黑"/>
              <a:ea typeface="微软雅黑"/>
              <a:cs typeface="微软雅黑"/>
            </a:endParaRPr>
          </a:p>
        </p:txBody>
      </p:sp>
      <p:sp>
        <p:nvSpPr>
          <p:cNvPr id="13" name="矩形 13">
            <a:extLst xmlns:a="http://schemas.openxmlformats.org/drawingml/2006/main">
              <a:ext uri="{FF2B5EF4-FFF2-40B4-BE49-F238E27FC236}">
                <a16:creationId xmlns:a16="http://schemas.microsoft.com/office/drawing/2014/main" id="{45298378-8082-4203-9204-1F877D1552D7}"/>
              </a:ext>
            </a:extLst>
          </p:cNvPr>
          <p:cNvSpPr>
            <a:spLocks xmlns:a="http://schemas.openxmlformats.org/drawingml/2006/main" noGrp="1"/>
          </p:cNvSpPr>
          <p:nvPr/>
        </p:nvSpPr>
        <p:spPr>
          <a:xfrm xmlns:a="http://schemas.openxmlformats.org/drawingml/2006/main" rot="0" flipH="0" flipV="0">
            <a:off x="4129971" y="3387387"/>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defTabSz="913765">
              <a:buNone/>
            </a:pPr>
            <a:r>
              <a:rPr sz="2400" b="1">
                <a:solidFill>
                  <a:prstClr val="white"/>
                </a:solidFill>
                <a:latin typeface="微软雅黑"/>
                <a:ea typeface="微软雅黑"/>
                <a:cs typeface="微软雅黑"/>
              </a:rPr>
              <a:t>拟解决问题</a:t>
            </a:r>
            <a:endParaRPr sz="2400" b="1">
              <a:solidFill>
                <a:prstClr val="white"/>
              </a:solidFill>
              <a:latin typeface="微软雅黑"/>
              <a:ea typeface="微软雅黑"/>
              <a:cs typeface="微软雅黑"/>
            </a:endParaRPr>
          </a:p>
        </p:txBody>
      </p:sp>
      <p:sp>
        <p:nvSpPr>
          <p:cNvPr id="5" name="矩形 32">
            <a:extLst xmlns:a="http://schemas.openxmlformats.org/drawingml/2006/main">
              <a:ext uri="{FF2B5EF4-FFF2-40B4-BE49-F238E27FC236}">
                <a16:creationId xmlns:a16="http://schemas.microsoft.com/office/drawing/2014/main" id="{066ED075-C822-45E9-88BE-01A7DE22F724}"/>
              </a:ext>
            </a:extLst>
          </p:cNvPr>
          <p:cNvSpPr>
            <a:spLocks xmlns:a="http://schemas.openxmlformats.org/drawingml/2006/main" noGrp="1"/>
          </p:cNvSpPr>
          <p:nvPr/>
        </p:nvSpPr>
        <p:spPr>
          <a:xfrm xmlns:a="http://schemas.openxmlformats.org/drawingml/2006/main" rot="0" flipH="0" flipV="0">
            <a:off x="3337836" y="2534495"/>
            <a:ext cx="480466" cy="550879"/>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ctr" defTabSz="685165">
              <a:buClrTx/>
              <a:buSzTx/>
              <a:buFontTx/>
              <a:buNone/>
            </a:pPr>
            <a:r>
              <a:rPr sz="2400" b="1">
                <a:solidFill>
                  <a:prstClr val="white"/>
                </a:solidFill>
                <a:latin typeface="微软雅黑"/>
                <a:ea typeface="微软雅黑"/>
                <a:cs typeface="微软雅黑"/>
              </a:rPr>
              <a:t>二</a:t>
            </a:r>
            <a:endParaRPr sz="2400" b="1">
              <a:solidFill>
                <a:prstClr val="white"/>
              </a:solidFill>
              <a:latin typeface="微软雅黑"/>
              <a:ea typeface="微软雅黑"/>
              <a:cs typeface="微软雅黑"/>
            </a:endParaRPr>
          </a:p>
        </p:txBody>
      </p:sp>
      <p:sp>
        <p:nvSpPr>
          <p:cNvPr id="6" name="矩形 13">
            <a:extLst xmlns:a="http://schemas.openxmlformats.org/drawingml/2006/main">
              <a:ext uri="{FF2B5EF4-FFF2-40B4-BE49-F238E27FC236}">
                <a16:creationId xmlns:a16="http://schemas.microsoft.com/office/drawing/2014/main" id="{AA583DEF-6D99-4DA7-B60B-9239006AF16A}"/>
              </a:ext>
            </a:extLst>
          </p:cNvPr>
          <p:cNvSpPr>
            <a:spLocks xmlns:a="http://schemas.openxmlformats.org/drawingml/2006/main" noGrp="1"/>
          </p:cNvSpPr>
          <p:nvPr/>
        </p:nvSpPr>
        <p:spPr>
          <a:xfrm xmlns:a="http://schemas.openxmlformats.org/drawingml/2006/main" rot="0" flipH="0" flipV="0">
            <a:off x="4116214" y="2533245"/>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l" defTabSz="913765">
              <a:buClrTx/>
              <a:buSzTx/>
              <a:buFontTx/>
              <a:buNone/>
            </a:pPr>
            <a:r>
              <a:rPr sz="2400" b="1">
                <a:solidFill>
                  <a:prstClr val="white"/>
                </a:solidFill>
                <a:latin typeface="微软雅黑"/>
                <a:ea typeface="微软雅黑"/>
                <a:cs typeface="微软雅黑"/>
              </a:rPr>
              <a:t>研究现状</a:t>
            </a:r>
            <a:endParaRPr sz="2400" b="1">
              <a:solidFill>
                <a:prstClr val="white"/>
              </a:solidFill>
              <a:latin typeface="微软雅黑"/>
              <a:ea typeface="微软雅黑"/>
              <a:cs typeface="微软雅黑"/>
            </a:endParaRPr>
          </a:p>
        </p:txBody>
      </p:sp>
      <p:sp>
        <p:nvSpPr>
          <p:cNvPr id="26" name="矩形 13">
            <a:extLst xmlns:a="http://schemas.openxmlformats.org/drawingml/2006/main">
              <a:ext uri="{FF2B5EF4-FFF2-40B4-BE49-F238E27FC236}">
                <a16:creationId xmlns:a16="http://schemas.microsoft.com/office/drawing/2014/main" id="{12870F7B-5921-4B11-9F22-DA90D0AE80EB}"/>
              </a:ext>
            </a:extLst>
          </p:cNvPr>
          <p:cNvSpPr>
            <a:spLocks xmlns:a="http://schemas.openxmlformats.org/drawingml/2006/main" noGrp="1"/>
          </p:cNvSpPr>
          <p:nvPr/>
        </p:nvSpPr>
        <p:spPr>
          <a:xfrm xmlns:a="http://schemas.openxmlformats.org/drawingml/2006/main" rot="0" flipH="0" flipV="0">
            <a:off x="4130500" y="3388013"/>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defTabSz="913765">
              <a:buNone/>
            </a:pPr>
            <a:r>
              <a:rPr sz="2400" b="1">
                <a:solidFill>
                  <a:schemeClr val="tx1"/>
                </a:solidFill>
                <a:latin typeface="微软雅黑"/>
                <a:ea typeface="微软雅黑"/>
                <a:cs typeface="微软雅黑"/>
              </a:rPr>
              <a:t>拟解决问题</a:t>
            </a:r>
            <a:endParaRPr sz="2400" b="1">
              <a:solidFill>
                <a:schemeClr val="tx1"/>
              </a:solidFill>
              <a:latin typeface="微软雅黑"/>
              <a:ea typeface="微软雅黑"/>
              <a:cs typeface="微软雅黑"/>
            </a:endParaRPr>
          </a:p>
        </p:txBody>
      </p:sp>
      <p:sp>
        <p:nvSpPr>
          <p:cNvPr id="28" name="矩形 13">
            <a:extLst xmlns:a="http://schemas.openxmlformats.org/drawingml/2006/main">
              <a:ext uri="{FF2B5EF4-FFF2-40B4-BE49-F238E27FC236}">
                <a16:creationId xmlns:a16="http://schemas.microsoft.com/office/drawing/2014/main" id="{7C00F6E7-3332-45BB-8CF1-42A6BE449DDA}"/>
              </a:ext>
            </a:extLst>
          </p:cNvPr>
          <p:cNvSpPr>
            <a:spLocks xmlns:a="http://schemas.openxmlformats.org/drawingml/2006/main" noGrp="1"/>
          </p:cNvSpPr>
          <p:nvPr/>
        </p:nvSpPr>
        <p:spPr>
          <a:xfrm xmlns:a="http://schemas.openxmlformats.org/drawingml/2006/main" rot="0" flipH="0" flipV="0">
            <a:off x="4129971" y="2532620"/>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l" defTabSz="913765">
              <a:buClrTx/>
              <a:buSzTx/>
              <a:buFontTx/>
              <a:buNone/>
            </a:pPr>
            <a:r>
              <a:rPr sz="2400" b="1">
                <a:solidFill>
                  <a:schemeClr val="tx1"/>
                </a:solidFill>
                <a:latin typeface="微软雅黑"/>
                <a:ea typeface="微软雅黑"/>
                <a:cs typeface="微软雅黑"/>
              </a:rPr>
              <a:t>研究现状</a:t>
            </a:r>
            <a:endParaRPr sz="2400" b="1">
              <a:solidFill>
                <a:schemeClr val="tx1"/>
              </a:solidFill>
              <a:latin typeface="微软雅黑"/>
              <a:ea typeface="微软雅黑"/>
              <a:cs typeface="微软雅黑"/>
            </a:endParaRPr>
          </a:p>
        </p:txBody>
      </p:sp>
      <p:sp>
        <p:nvSpPr>
          <p:cNvPr id="3" name="矩形 13">
            <a:extLst xmlns:a="http://schemas.openxmlformats.org/drawingml/2006/main">
              <a:ext uri="{FF2B5EF4-FFF2-40B4-BE49-F238E27FC236}">
                <a16:creationId xmlns:a16="http://schemas.microsoft.com/office/drawing/2014/main" id="{3B24CE48-5E56-4724-83F2-0B950A65A091}"/>
              </a:ext>
            </a:extLst>
          </p:cNvPr>
          <p:cNvSpPr>
            <a:spLocks xmlns:a="http://schemas.openxmlformats.org/drawingml/2006/main" noGrp="1"/>
          </p:cNvSpPr>
          <p:nvPr/>
        </p:nvSpPr>
        <p:spPr>
          <a:xfrm xmlns:a="http://schemas.openxmlformats.org/drawingml/2006/main" rot="0" flipH="0" flipV="0">
            <a:off x="4126937" y="1713619"/>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l" defTabSz="913765">
              <a:buClrTx/>
              <a:buSzTx/>
              <a:buFontTx/>
              <a:buNone/>
            </a:pPr>
            <a:r>
              <a:rPr sz="2800" b="1">
                <a:solidFill>
                  <a:schemeClr val="bg1"/>
                </a:solidFill>
                <a:latin typeface="微软雅黑"/>
                <a:ea typeface="微软雅黑"/>
                <a:cs typeface="微软雅黑"/>
              </a:rPr>
              <a:t>必要性分析</a:t>
            </a:r>
            <a:endParaRPr sz="2800" b="1">
              <a:solidFill>
                <a:schemeClr val="bg1"/>
              </a:solidFill>
              <a:latin typeface="微软雅黑"/>
              <a:ea typeface="微软雅黑"/>
              <a:cs typeface="微软雅黑"/>
            </a:endParaRPr>
          </a:p>
        </p:txBody>
      </p:sp>
      <p:sp>
        <p:nvSpPr>
          <p:cNvPr id="4" name="矩形 13">
            <a:extLst xmlns:a="http://schemas.openxmlformats.org/drawingml/2006/main">
              <a:ext uri="{FF2B5EF4-FFF2-40B4-BE49-F238E27FC236}">
                <a16:creationId xmlns:a16="http://schemas.microsoft.com/office/drawing/2014/main" id="{FA47D004-7509-4557-9938-58CE8D4E5CCA}"/>
              </a:ext>
            </a:extLst>
          </p:cNvPr>
          <p:cNvSpPr>
            <a:spLocks xmlns:a="http://schemas.openxmlformats.org/drawingml/2006/main" noGrp="1"/>
          </p:cNvSpPr>
          <p:nvPr/>
        </p:nvSpPr>
        <p:spPr>
          <a:xfrm xmlns:a="http://schemas.openxmlformats.org/drawingml/2006/main" rot="0" flipH="0" flipV="0">
            <a:off x="4144788" y="3388639"/>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defTabSz="913765">
              <a:buNone/>
            </a:pPr>
            <a:r>
              <a:rPr sz="2800">
                <a:solidFill>
                  <a:prstClr val="white"/>
                </a:solidFill>
                <a:latin typeface="微软雅黑"/>
                <a:ea typeface="微软雅黑"/>
                <a:cs typeface="微软雅黑"/>
              </a:rPr>
              <a:t>下一步计划</a:t>
            </a:r>
            <a:endParaRPr sz="2800">
              <a:solidFill>
                <a:schemeClr val="tx1"/>
              </a:solidFill>
              <a:latin typeface="微软雅黑"/>
              <a:ea typeface="微软雅黑"/>
              <a:cs typeface="微软雅黑"/>
            </a:endParaRPr>
          </a:p>
        </p:txBody>
      </p:sp>
      <p:sp>
        <p:nvSpPr>
          <p:cNvPr id="32" name="矩形 13">
            <a:extLst xmlns:a="http://schemas.openxmlformats.org/drawingml/2006/main">
              <a:ext uri="{FF2B5EF4-FFF2-40B4-BE49-F238E27FC236}">
                <a16:creationId xmlns:a16="http://schemas.microsoft.com/office/drawing/2014/main" id="{4AB76846-5BA0-4757-A2E4-C4C639ADCECC}"/>
              </a:ext>
            </a:extLst>
          </p:cNvPr>
          <p:cNvSpPr>
            <a:spLocks xmlns:a="http://schemas.openxmlformats.org/drawingml/2006/main" noGrp="1"/>
          </p:cNvSpPr>
          <p:nvPr/>
        </p:nvSpPr>
        <p:spPr>
          <a:xfrm xmlns:a="http://schemas.openxmlformats.org/drawingml/2006/main" rot="0" flipH="0" flipV="0">
            <a:off x="4144258" y="2533245"/>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l" defTabSz="913765">
              <a:buClrTx/>
              <a:buSzTx/>
              <a:buFontTx/>
              <a:buNone/>
            </a:pPr>
            <a:r>
              <a:rPr sz="2800">
                <a:solidFill>
                  <a:prstClr val="white"/>
                </a:solidFill>
                <a:latin typeface="微软雅黑"/>
                <a:ea typeface="微软雅黑"/>
                <a:cs typeface="微软雅黑"/>
              </a:rPr>
              <a:t>技术与成果</a:t>
            </a:r>
            <a:endParaRPr sz="2800">
              <a:solidFill>
                <a:prstClr val="white"/>
              </a:solidFill>
              <a:latin typeface="微软雅黑"/>
              <a:ea typeface="微软雅黑"/>
              <a:cs typeface="微软雅黑"/>
            </a:endParaRPr>
          </a:p>
        </p:txBody>
      </p:sp>
      <p:sp>
        <p:nvSpPr>
          <p:cNvPr id="34" name="矩形 32">
            <a:extLst xmlns:a="http://schemas.openxmlformats.org/drawingml/2006/main">
              <a:ext uri="{FF2B5EF4-FFF2-40B4-BE49-F238E27FC236}">
                <a16:creationId xmlns:a16="http://schemas.microsoft.com/office/drawing/2014/main" id="{41FDDD4A-C38E-4A64-AFE8-DFFEC0D32C6F}"/>
              </a:ext>
            </a:extLst>
          </p:cNvPr>
          <p:cNvSpPr>
            <a:spLocks xmlns:a="http://schemas.openxmlformats.org/drawingml/2006/main" noGrp="1"/>
          </p:cNvSpPr>
          <p:nvPr/>
        </p:nvSpPr>
        <p:spPr>
          <a:xfrm xmlns:a="http://schemas.openxmlformats.org/drawingml/2006/main" rot="0" flipH="0" flipV="0">
            <a:off x="3337836" y="3388639"/>
            <a:ext cx="479937" cy="598400"/>
          </a:xfrm>
          <a:prstGeom xmlns:a="http://schemas.openxmlformats.org/drawingml/2006/main" prst="rect">
            <a:avLst/>
          </a:prstGeom>
          <a:solidFill xmlns:a="http://schemas.openxmlformats.org/drawingml/2006/main">
            <a:srgbClr val="24316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ctr" defTabSz="685165">
              <a:buClrTx/>
              <a:buSzTx/>
              <a:buFontTx/>
              <a:buNone/>
            </a:pPr>
            <a:r>
              <a:rPr sz="2400" b="1">
                <a:solidFill>
                  <a:prstClr val="white"/>
                </a:solidFill>
                <a:latin typeface="微软雅黑"/>
                <a:ea typeface="微软雅黑"/>
                <a:cs typeface="微软雅黑"/>
              </a:rPr>
              <a:t>三</a:t>
            </a:r>
            <a:endParaRPr sz="2400" b="1">
              <a:solidFill>
                <a:prstClr val="white"/>
              </a:solidFill>
              <a:latin typeface="微软雅黑"/>
              <a:ea typeface="微软雅黑"/>
              <a:cs typeface="微软雅黑"/>
            </a:endParaRPr>
          </a:p>
        </p:txBody>
      </p:sp>
      <p:sp>
        <p:nvSpPr>
          <p:cNvPr id="39" name="矩形 32">
            <a:extLst xmlns:a="http://schemas.openxmlformats.org/drawingml/2006/main">
              <a:ext uri="{FF2B5EF4-FFF2-40B4-BE49-F238E27FC236}">
                <a16:creationId xmlns:a16="http://schemas.microsoft.com/office/drawing/2014/main" id="{FAE9717E-646E-4BF4-A6F1-956611995068}"/>
              </a:ext>
            </a:extLst>
          </p:cNvPr>
          <p:cNvSpPr>
            <a:spLocks xmlns:a="http://schemas.openxmlformats.org/drawingml/2006/main" noGrp="1"/>
          </p:cNvSpPr>
          <p:nvPr/>
        </p:nvSpPr>
        <p:spPr>
          <a:xfrm xmlns:a="http://schemas.openxmlformats.org/drawingml/2006/main" rot="0" flipH="0" flipV="0">
            <a:off x="3319316" y="3381761"/>
            <a:ext cx="479937" cy="598400"/>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ctr" defTabSz="685165">
              <a:buClrTx/>
              <a:buSzTx/>
              <a:buFontTx/>
              <a:buNone/>
            </a:pPr>
            <a:r>
              <a:rPr sz="2400" b="1">
                <a:solidFill>
                  <a:prstClr val="white"/>
                </a:solidFill>
                <a:latin typeface="微软雅黑"/>
                <a:ea typeface="微软雅黑"/>
                <a:cs typeface="微软雅黑"/>
              </a:rPr>
              <a:t>三</a:t>
            </a:r>
            <a:endParaRPr sz="2400" b="1">
              <a:solidFill>
                <a:prstClr val="white"/>
              </a:solidFill>
              <a:latin typeface="微软雅黑"/>
              <a:ea typeface="微软雅黑"/>
              <a:cs typeface="微软雅黑"/>
            </a:endParaRPr>
          </a:p>
        </p:txBody>
      </p:sp>
      <p:sp>
        <p:nvSpPr>
          <p:cNvPr id="43" name="矩形 32">
            <a:extLst xmlns:a="http://schemas.openxmlformats.org/drawingml/2006/main">
              <a:ext uri="{FF2B5EF4-FFF2-40B4-BE49-F238E27FC236}">
                <a16:creationId xmlns:a16="http://schemas.microsoft.com/office/drawing/2014/main" id="{DEA3CB98-BA46-4DE3-8423-5C7BDFA237D3}"/>
              </a:ext>
            </a:extLst>
          </p:cNvPr>
          <p:cNvSpPr>
            <a:spLocks xmlns:a="http://schemas.openxmlformats.org/drawingml/2006/main" noGrp="1"/>
          </p:cNvSpPr>
          <p:nvPr/>
        </p:nvSpPr>
        <p:spPr>
          <a:xfrm xmlns:a="http://schemas.openxmlformats.org/drawingml/2006/main" rot="0" flipH="0" flipV="0">
            <a:off x="3351595" y="2556380"/>
            <a:ext cx="480466" cy="550879"/>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ctr" defTabSz="685165">
              <a:buClrTx/>
              <a:buSzTx/>
              <a:buFontTx/>
              <a:buNone/>
            </a:pPr>
            <a:r>
              <a:rPr sz="2800" b="1">
                <a:solidFill>
                  <a:prstClr val="white"/>
                </a:solidFill>
                <a:latin typeface="微软雅黑"/>
                <a:ea typeface="微软雅黑"/>
                <a:cs typeface="微软雅黑"/>
              </a:rPr>
              <a:t>二</a:t>
            </a:r>
            <a:endParaRPr sz="2800" b="1">
              <a:solidFill>
                <a:prstClr val="white"/>
              </a:solidFill>
              <a:latin typeface="微软雅黑"/>
              <a:ea typeface="微软雅黑"/>
              <a:cs typeface="微软雅黑"/>
            </a:endParaRPr>
          </a:p>
        </p:txBody>
      </p:sp>
      <p:sp>
        <p:nvSpPr>
          <p:cNvPr id="44" name="矩形 32">
            <a:extLst xmlns:a="http://schemas.openxmlformats.org/drawingml/2006/main">
              <a:ext uri="{FF2B5EF4-FFF2-40B4-BE49-F238E27FC236}">
                <a16:creationId xmlns:a16="http://schemas.microsoft.com/office/drawing/2014/main" id="{93162321-73E3-4603-9318-9AD106792378}"/>
              </a:ext>
            </a:extLst>
          </p:cNvPr>
          <p:cNvSpPr>
            <a:spLocks xmlns:a="http://schemas.openxmlformats.org/drawingml/2006/main" noGrp="1"/>
          </p:cNvSpPr>
          <p:nvPr/>
        </p:nvSpPr>
        <p:spPr>
          <a:xfrm xmlns:a="http://schemas.openxmlformats.org/drawingml/2006/main" rot="0" flipH="0" flipV="0">
            <a:off x="3352122" y="1713619"/>
            <a:ext cx="479937" cy="591522"/>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algn="ctr" defTabSz="685165">
              <a:buNone/>
            </a:pPr>
            <a:r>
              <a:rPr sz="2800" b="1">
                <a:solidFill>
                  <a:prstClr val="white"/>
                </a:solidFill>
                <a:latin typeface="微软雅黑"/>
                <a:ea typeface="微软雅黑"/>
                <a:cs typeface="微软雅黑"/>
              </a:rPr>
              <a:t>一</a:t>
            </a:r>
            <a:endParaRPr sz="2800" b="1">
              <a:solidFill>
                <a:prstClr val="white"/>
              </a:solidFill>
              <a:latin typeface="微软雅黑"/>
              <a:ea typeface="微软雅黑"/>
              <a:cs typeface="微软雅黑"/>
            </a:endParaRPr>
          </a:p>
        </p:txBody>
      </p:sp>
      <p:sp>
        <p:nvSpPr>
          <p:cNvPr id="45" name="矩形 32">
            <a:extLst xmlns:a="http://schemas.openxmlformats.org/drawingml/2006/main">
              <a:ext uri="{FF2B5EF4-FFF2-40B4-BE49-F238E27FC236}">
                <a16:creationId xmlns:a16="http://schemas.microsoft.com/office/drawing/2014/main" id="{054FE54D-2475-403F-8FB1-459F095BB2FC}"/>
              </a:ext>
            </a:extLst>
          </p:cNvPr>
          <p:cNvSpPr>
            <a:spLocks xmlns:a="http://schemas.openxmlformats.org/drawingml/2006/main" noGrp="1"/>
          </p:cNvSpPr>
          <p:nvPr/>
        </p:nvSpPr>
        <p:spPr>
          <a:xfrm xmlns:a="http://schemas.openxmlformats.org/drawingml/2006/main" rot="0" flipH="0" flipV="0">
            <a:off x="3356885" y="3405521"/>
            <a:ext cx="479937" cy="598400"/>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ctr" defTabSz="685165">
              <a:buClrTx/>
              <a:buSzTx/>
              <a:buFontTx/>
              <a:buNone/>
            </a:pPr>
            <a:r>
              <a:rPr sz="2800" b="1">
                <a:solidFill>
                  <a:prstClr val="white"/>
                </a:solidFill>
                <a:latin typeface="微软雅黑"/>
                <a:ea typeface="微软雅黑"/>
                <a:cs typeface="微软雅黑"/>
              </a:rPr>
              <a:t>三</a:t>
            </a:r>
            <a:endParaRPr sz="2800" b="1">
              <a:solidFill>
                <a:prstClr val="white"/>
              </a:solidFill>
              <a:latin typeface="微软雅黑"/>
              <a:ea typeface="微软雅黑"/>
              <a:cs typeface="微软雅黑"/>
            </a:endParaRPr>
          </a:p>
        </p:txBody>
      </p:sp>
      <p:sp>
        <p:nvSpPr>
          <p:cNvPr id="25" name="矩形 13">
            <a:extLst xmlns:a="http://schemas.openxmlformats.org/drawingml/2006/main">
              <a:ext uri="{FF2B5EF4-FFF2-40B4-BE49-F238E27FC236}">
                <a16:creationId xmlns:a16="http://schemas.microsoft.com/office/drawing/2014/main" id="{A69D1A93-632B-4ECB-8A5A-F838CA9A6FAA}"/>
              </a:ext>
            </a:extLst>
          </p:cNvPr>
          <p:cNvSpPr>
            <a:spLocks xmlns:a="http://schemas.openxmlformats.org/drawingml/2006/main" noGrp="1"/>
          </p:cNvSpPr>
          <p:nvPr/>
        </p:nvSpPr>
        <p:spPr>
          <a:xfrm xmlns:a="http://schemas.openxmlformats.org/drawingml/2006/main" rot="0" flipH="0" flipV="0">
            <a:off x="4130500" y="1706225"/>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l" defTabSz="913765">
              <a:buClrTx/>
              <a:buSzTx/>
              <a:buFontTx/>
              <a:buNone/>
            </a:pPr>
            <a:r>
              <a:rPr sz="2800" b="1">
                <a:solidFill>
                  <a:srgbClr val="C00000"/>
                </a:solidFill>
                <a:latin typeface="微软雅黑"/>
                <a:ea typeface="微软雅黑"/>
                <a:cs typeface="微软雅黑"/>
              </a:rPr>
              <a:t>阶段结论</a:t>
            </a:r>
            <a:endParaRPr sz="2800" b="1">
              <a:solidFill>
                <a:srgbClr val="C00000"/>
              </a:solidFill>
              <a:latin typeface="微软雅黑"/>
              <a:ea typeface="微软雅黑"/>
              <a:cs typeface="微软雅黑"/>
            </a:endParaRPr>
          </a:p>
        </p:txBody>
      </p:sp>
      <p:pic>
        <p:nvPicPr>
          <p:cNvPr id="74" name="Picture 2"/>
          <p:cNvPicPr>
            <a:picLocks xmlns:a="http://schemas.openxmlformats.org/drawingml/2006/main" noChangeAspect="1"/>
          </p:cNvPicPr>
          <p:nvPr/>
        </p:nvPicPr>
        <p:blipFill>
          <a:blip xmlns:r="http://schemas.openxmlformats.org/officeDocument/2006/relationships" xmlns:a="http://schemas.openxmlformats.org/drawingml/2006/main" r:embed="R83f461b52af84fb2"/>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27866893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97795C9A-46C9-4588-9E57-1AE03B74C71E}"/>
              </a:ext>
            </a:extLst>
          </p:cNvPr>
          <p:cNvSpPr>
            <a:spLocks xmlns:a="http://schemas.openxmlformats.org/drawingml/2006/main" noGrp="1"/>
          </p:cNvSpPr>
          <p:nvPr/>
        </p:nvSpPr>
        <p:spPr>
          <a:xfrm xmlns:a="http://schemas.openxmlformats.org/drawingml/2006/main">
            <a:off x="323528" y="51976"/>
            <a:ext cx="2031325" cy="830997"/>
          </a:xfrm>
          <a:prstGeom xmlns:a="http://schemas.openxmlformats.org/drawingml/2006/main" prst="rect">
            <a:avLst/>
          </a:prstGeom>
        </p:spPr>
        <p:txBody>
          <a:bodyPr xmlns:a="http://schemas.openxmlformats.org/drawingml/2006/main" wrap="none">
            <a:spAutoFit/>
          </a:bodyPr>
          <a:lstStyle xmlns:a="http://schemas.openxmlformats.org/drawingml/2006/main"/>
          <a:p xmlns:a="http://schemas.openxmlformats.org/drawingml/2006/main">
            <a:pPr lvl="0" defTabSz="913765">
              <a:buNone/>
            </a:pPr>
            <a:r>
              <a:rPr sz="2400" b="1">
                <a:latin typeface="微软雅黑"/>
                <a:ea typeface="微软雅黑"/>
                <a:cs typeface="微软雅黑"/>
              </a:rPr>
              <a:t>一、阶段进展</a:t>
            </a:r>
            <a:endParaRPr sz="2400" b="1">
              <a:latin typeface="微软雅黑"/>
              <a:ea typeface="微软雅黑"/>
              <a:cs typeface="微软雅黑"/>
            </a:endParaRPr>
          </a:p>
        </p:txBody>
      </p:sp>
      <p:pic>
        <p:nvPicPr>
          <p:cNvPr id="13" name="Picture 2"/>
          <p:cNvPicPr>
            <a:picLocks xmlns:a="http://schemas.openxmlformats.org/drawingml/2006/main" noChangeAspect="1"/>
          </p:cNvPicPr>
          <p:nvPr/>
        </p:nvPicPr>
        <p:blipFill>
          <a:blip xmlns:r="http://schemas.openxmlformats.org/officeDocument/2006/relationships" xmlns:a="http://schemas.openxmlformats.org/drawingml/2006/main" r:embed="Rf01dbb5e54b341a6"/>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10" name="Text Box 4">
            <a:extLst xmlns:a="http://schemas.openxmlformats.org/drawingml/2006/main">
              <a:ext uri="{FF2B5EF4-FFF2-40B4-BE49-F238E27FC236}">
                <a16:creationId xmlns:a16="http://schemas.microsoft.com/office/drawing/2014/main" id="{9C073C65-062C-465A-827E-915DFF198D6F}"/>
              </a:ext>
            </a:extLst>
          </p:cNvPr>
          <p:cNvSpPr>
            <a:spLocks xmlns:a="http://schemas.openxmlformats.org/drawingml/2006/main" noGrp="1"/>
          </p:cNvSpPr>
          <p:nvPr/>
        </p:nvSpPr>
        <p:spPr>
          <a:xfrm xmlns:a="http://schemas.openxmlformats.org/drawingml/2006/main">
            <a:off x="2894754" y="68009"/>
            <a:ext cx="3528392" cy="396583"/>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nchor="t">
            <a:spAutoFit/>
          </a:bodyPr>
          <a:lstStyle xmlns:a="http://schemas.openxmlformats.org/drawingml/2006/main"/>
          <a:p xmlns:a="http://schemas.openxmlformats.org/drawingml/2006/main">
            <a:pPr marL="306070" indent="-306070" defTabSz="457200">
              <a:lnSpc>
                <a:spcPct val="120000"/>
              </a:lnSpc>
              <a:spcBef>
                <a:spcPct val="20000"/>
              </a:spcBef>
              <a:spcAft>
                <a:spcPts val="600"/>
              </a:spcAft>
              <a:buClr>
                <a:schemeClr val="tx1"/>
              </a:buClr>
              <a:buSzPct val="92000"/>
              <a:buFont typeface="Wingdings"/>
              <a:buChar char="n"/>
            </a:pPr>
            <a:r>
              <a:rPr b="1">
                <a:latin typeface="+mj-ea"/>
                <a:ea typeface="+mj-ea"/>
                <a:cs typeface="+mj-ea"/>
              </a:rPr>
              <a:t>阶段结论</a:t>
            </a:r>
            <a:endParaRPr b="1" kern="100">
              <a:latin typeface="+mj-ea"/>
              <a:ea typeface="+mj-ea"/>
              <a:cs typeface="+mj-ea"/>
            </a:endParaRPr>
          </a:p>
        </p:txBody>
      </p:sp>
      <p:sp>
        <p:nvSpPr>
          <p:cNvPr id="3" name="矩形 2">
            <a:extLst xmlns:a="http://schemas.openxmlformats.org/drawingml/2006/main">
              <a:ext uri="{FF2B5EF4-FFF2-40B4-BE49-F238E27FC236}">
                <a16:creationId xmlns:a16="http://schemas.microsoft.com/office/drawing/2014/main" id="{4B3D7FC2-F7E0-44DC-9BB0-BEA60CE1293A}"/>
              </a:ext>
            </a:extLst>
          </p:cNvPr>
          <p:cNvSpPr>
            <a:spLocks xmlns:a="http://schemas.openxmlformats.org/drawingml/2006/main" noGrp="1"/>
          </p:cNvSpPr>
          <p:nvPr/>
        </p:nvSpPr>
        <p:spPr>
          <a:xfrm xmlns:a="http://schemas.openxmlformats.org/drawingml/2006/main">
            <a:off x="323215" y="915670"/>
            <a:ext cx="8465185" cy="3885565"/>
          </a:xfrm>
          <a:prstGeom xmlns:a="http://schemas.openxmlformats.org/drawingml/2006/main" prst="rect">
            <a:avLst/>
          </a:prstGeom>
          <a:ln xmlns:a="http://schemas.openxmlformats.org/drawingml/2006/main">
            <a:solidFill>
              <a:srgbClr val="0070C0"/>
            </a:solidFill>
            <a:prstDash val="lgDash"/>
          </a:ln>
        </p:spPr>
        <p:txBody>
          <a:bodyPr xmlns:a="http://schemas.openxmlformats.org/drawingml/2006/main" wrap="square">
            <a:noAutofit/>
          </a:bodyPr>
          <a:lstStyle xmlns:a="http://schemas.openxmlformats.org/drawingml/2006/main"/>
          <a:p xmlns:a="http://schemas.openxmlformats.org/drawingml/2006/main">
            <a:pPr>
              <a:lnSpc>
                <a:spcPct val="120000"/>
              </a:lnSpc>
              <a:spcBef>
                <a:spcPts val="1000"/>
              </a:spcBef>
              <a:spcAft>
                <a:spcPts val="1000"/>
              </a:spcAft>
              <a:buNone/>
            </a:pPr>
            <a:r>
              <a:rPr sz="1800">
                <a:latin typeface="+mj-ea"/>
                <a:ea typeface="+mj-ea"/>
                <a:cs typeface="+mj-ea"/>
              </a:rPr>
              <a:t>课题1已由基础功能建设进入核心技术集成与实验验证，整体与2026年11月中期检查计划保持一致。</a:t>
            </a:r>
            <a:endParaRPr sz="1800" kern="100">
              <a:latin typeface="+mj-ea"/>
              <a:ea typeface="+mj-ea"/>
              <a:cs typeface="+mj-ea"/>
            </a:endParaRPr>
          </a:p>
          <a:p xmlns:a="http://schemas.openxmlformats.org/drawingml/2006/main">
            <a:pPr>
              <a:lnSpc>
                <a:spcPct val="125000"/>
              </a:lnSpc>
              <a:spcAft>
                <a:spcPts val="500"/>
              </a:spcAft>
              <a:buNone/>
            </a:pPr>
            <a:r>
              <a:rPr>
                <a:latin typeface="+mj-ea"/>
                <a:ea typeface="+mj-ea"/>
                <a:cs typeface="+mj-ea"/>
              </a:rPr>
              <a:t>1. 已形成工作票解析、设备关联、图谱存储和演示服务的基础闭环。</a:t>
            </a:r>
            <a:endParaRPr kern="100">
              <a:latin typeface="+mj-ea"/>
              <a:ea typeface="+mj-ea"/>
              <a:cs typeface="+mj-ea"/>
            </a:endParaRPr>
          </a:p>
          <a:p xmlns:a="http://schemas.openxmlformats.org/drawingml/2006/main">
            <a:pPr>
              <a:lnSpc>
                <a:spcPct val="125000"/>
              </a:lnSpc>
              <a:spcAft>
                <a:spcPts val="500"/>
              </a:spcAft>
              <a:buNone/>
            </a:pPr>
            <a:r>
              <a:rPr>
                <a:latin typeface="+mj-ea"/>
                <a:ea typeface="+mj-ea"/>
                <a:cs typeface="+mj-ea"/>
              </a:rPr>
              <a:t>2. 已建立100份PDF、100张PNG及配套台账和标准答案，具备批量实验条件。</a:t>
            </a:r>
            <a:endParaRPr kern="100">
              <a:latin typeface="+mj-ea"/>
              <a:ea typeface="+mj-ea"/>
              <a:cs typeface="+mj-ea"/>
            </a:endParaRPr>
          </a:p>
          <a:p xmlns:a="http://schemas.openxmlformats.org/drawingml/2006/main">
            <a:pPr>
              <a:lnSpc>
                <a:spcPct val="125000"/>
              </a:lnSpc>
              <a:spcAft>
                <a:spcPts val="500"/>
              </a:spcAft>
              <a:buNone/>
            </a:pPr>
            <a:r>
              <a:rPr>
                <a:latin typeface="+mj-ea"/>
                <a:ea typeface="+mj-ea"/>
                <a:cs typeface="+mj-ea"/>
              </a:rPr>
              <a:t>3. 模拟样本主要字段综合识别准确率约90%（阶段性口径），仍需统一批量验证。</a:t>
            </a:r>
            <a:endParaRPr kern="100">
              <a:latin typeface="+mj-ea"/>
              <a:ea typeface="+mj-ea"/>
              <a:cs typeface="+mj-ea"/>
            </a:endParaRPr>
          </a:p>
          <a:p xmlns:a="http://schemas.openxmlformats.org/drawingml/2006/main">
            <a:pPr>
              <a:lnSpc>
                <a:spcPct val="125000"/>
              </a:lnSpc>
              <a:spcAft>
                <a:spcPts val="500"/>
              </a:spcAft>
              <a:buNone/>
            </a:pPr>
            <a:r>
              <a:rPr>
                <a:latin typeface="+mj-ea"/>
                <a:ea typeface="+mj-ea"/>
                <a:cs typeface="+mj-ea"/>
              </a:rPr>
              <a:t>4. 课题2、课题3已开展共性技术建设和前期研究储备。</a:t>
            </a:r>
            <a:endParaRPr kern="100">
              <a:latin typeface="+mj-ea"/>
              <a:ea typeface="+mj-ea"/>
              <a:cs typeface="+mj-ea"/>
            </a:endParaRPr>
          </a:p>
        </p:txBody>
      </p:sp>
    </p:spTree>
    <p:extLst>
      <p:ext uri="{BB962C8B-B14F-4D97-AF65-F5344CB8AC3E}">
        <p14:creationId xmlns:p14="http://schemas.microsoft.com/office/powerpoint/2010/main" val="82339874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3A2980EB-38B1-44A5-A776-E01CB9EF49DF}"/>
              </a:ext>
            </a:extLst>
          </p:cNvPr>
          <p:cNvSpPr>
            <a:spLocks xmlns:a="http://schemas.openxmlformats.org/drawingml/2006/main" noGrp="1"/>
          </p:cNvSpPr>
          <p:nvPr/>
        </p:nvSpPr>
        <p:spPr>
          <a:xfrm xmlns:a="http://schemas.openxmlformats.org/drawingml/2006/main">
            <a:off x="323528" y="51976"/>
            <a:ext cx="2031325" cy="830997"/>
          </a:xfrm>
          <a:prstGeom xmlns:a="http://schemas.openxmlformats.org/drawingml/2006/main" prst="rect">
            <a:avLst/>
          </a:prstGeom>
        </p:spPr>
        <p:txBody>
          <a:bodyPr xmlns:a="http://schemas.openxmlformats.org/drawingml/2006/main" wrap="none">
            <a:spAutoFit/>
          </a:bodyPr>
          <a:lstStyle xmlns:a="http://schemas.openxmlformats.org/drawingml/2006/main"/>
          <a:p xmlns:a="http://schemas.openxmlformats.org/drawingml/2006/main">
            <a:pPr lvl="0" defTabSz="913765">
              <a:buNone/>
            </a:pPr>
            <a:r>
              <a:rPr sz="2400" b="1">
                <a:latin typeface="微软雅黑"/>
                <a:ea typeface="微软雅黑"/>
                <a:cs typeface="微软雅黑"/>
              </a:rPr>
              <a:t>一、阶段进展</a:t>
            </a:r>
            <a:endParaRPr sz="2400" b="1">
              <a:latin typeface="微软雅黑"/>
              <a:ea typeface="微软雅黑"/>
              <a:cs typeface="微软雅黑"/>
            </a:endParaRPr>
          </a:p>
        </p:txBody>
      </p:sp>
      <p:pic>
        <p:nvPicPr>
          <p:cNvPr id="22" name="Picture 2"/>
          <p:cNvPicPr>
            <a:picLocks xmlns:a="http://schemas.openxmlformats.org/drawingml/2006/main" noChangeAspect="1"/>
          </p:cNvPicPr>
          <p:nvPr/>
        </p:nvPicPr>
        <p:blipFill>
          <a:blip xmlns:r="http://schemas.openxmlformats.org/officeDocument/2006/relationships" xmlns:a="http://schemas.openxmlformats.org/drawingml/2006/main" r:embed="R567f5da356bb4c75"/>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10" name="Text Box 4">
            <a:extLst xmlns:a="http://schemas.openxmlformats.org/drawingml/2006/main">
              <a:ext uri="{FF2B5EF4-FFF2-40B4-BE49-F238E27FC236}">
                <a16:creationId xmlns:a16="http://schemas.microsoft.com/office/drawing/2014/main" id="{AFDBFB06-2F67-4C8A-9E6B-850BBD2536F5}"/>
              </a:ext>
            </a:extLst>
          </p:cNvPr>
          <p:cNvSpPr>
            <a:spLocks xmlns:a="http://schemas.openxmlformats.org/drawingml/2006/main" noGrp="1"/>
          </p:cNvSpPr>
          <p:nvPr/>
        </p:nvSpPr>
        <p:spPr>
          <a:xfrm xmlns:a="http://schemas.openxmlformats.org/drawingml/2006/main">
            <a:off x="2894754" y="68009"/>
            <a:ext cx="3528392" cy="396583"/>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nchor="t">
            <a:spAutoFit/>
          </a:bodyPr>
          <a:lstStyle xmlns:a="http://schemas.openxmlformats.org/drawingml/2006/main"/>
          <a:p xmlns:a="http://schemas.openxmlformats.org/drawingml/2006/main">
            <a:pPr marL="306070" indent="-306070" defTabSz="457200">
              <a:lnSpc>
                <a:spcPct val="120000"/>
              </a:lnSpc>
              <a:spcBef>
                <a:spcPct val="20000"/>
              </a:spcBef>
              <a:spcAft>
                <a:spcPts val="600"/>
              </a:spcAft>
              <a:buClr>
                <a:schemeClr val="tx1"/>
              </a:buClr>
              <a:buSzPct val="92000"/>
              <a:buFont typeface="Wingdings"/>
              <a:buChar char="n"/>
            </a:pPr>
            <a:r>
              <a:rPr b="1">
                <a:latin typeface="+mj-ea"/>
                <a:ea typeface="+mj-ea"/>
                <a:cs typeface="+mj-ea"/>
              </a:rPr>
              <a:t>问题与目标</a:t>
            </a:r>
            <a:endParaRPr b="1" kern="100">
              <a:latin typeface="+mj-ea"/>
              <a:ea typeface="+mj-ea"/>
              <a:cs typeface="+mj-ea"/>
            </a:endParaRPr>
          </a:p>
        </p:txBody>
      </p:sp>
      <p:sp>
        <p:nvSpPr>
          <p:cNvPr id="3" name="矩形 2">
            <a:extLst xmlns:a="http://schemas.openxmlformats.org/drawingml/2006/main">
              <a:ext uri="{FF2B5EF4-FFF2-40B4-BE49-F238E27FC236}">
                <a16:creationId xmlns:a16="http://schemas.microsoft.com/office/drawing/2014/main" id="{1858756E-546B-4F73-870D-12D276745B89}"/>
              </a:ext>
            </a:extLst>
          </p:cNvPr>
          <p:cNvSpPr>
            <a:spLocks xmlns:a="http://schemas.openxmlformats.org/drawingml/2006/main" noGrp="1"/>
          </p:cNvSpPr>
          <p:nvPr/>
        </p:nvSpPr>
        <p:spPr>
          <a:xfrm xmlns:a="http://schemas.openxmlformats.org/drawingml/2006/main">
            <a:off x="339468" y="809233"/>
            <a:ext cx="8465063" cy="1419860"/>
          </a:xfrm>
          <a:prstGeom xmlns:a="http://schemas.openxmlformats.org/drawingml/2006/main" prst="rect">
            <a:avLst/>
          </a:prstGeom>
          <a:ln xmlns:a="http://schemas.openxmlformats.org/drawingml/2006/main">
            <a:solidFill>
              <a:srgbClr val="0070C0"/>
            </a:solidFill>
            <a:prstDash val="lgDash"/>
          </a:l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800">
                <a:latin typeface="微软雅黑"/>
                <a:ea typeface="微软雅黑"/>
                <a:cs typeface="微软雅黑"/>
              </a:rPr>
              <a:t>当前主要矛盾不是“有没有数据”，而是工作票、设备台账、监控视频和风险事件尚未形成统一语义与时空关联。项目以课题1为当前突破口，先打通“票面解析—设备定位—监控关联”，再向风险识别和智能预警扩展。</a:t>
            </a:r>
            <a:endParaRPr sz="1600" kern="100">
              <a:latin typeface="微软雅黑"/>
              <a:ea typeface="微软雅黑"/>
              <a:cs typeface="微软雅黑"/>
            </a:endParaRPr>
          </a:p>
        </p:txBody>
      </p:sp>
      <p:sp>
        <p:nvSpPr>
          <p:cNvPr id="7" name="文本框 6">
            <a:extLst xmlns:a="http://schemas.openxmlformats.org/drawingml/2006/main">
              <a:ext uri="{FF2B5EF4-FFF2-40B4-BE49-F238E27FC236}">
                <a16:creationId xmlns:a16="http://schemas.microsoft.com/office/drawing/2014/main" id="{029C1EA1-8B33-431D-9921-2F9EC29FAF58}"/>
              </a:ext>
            </a:extLst>
          </p:cNvPr>
          <p:cNvSpPr>
            <a:spLocks xmlns:a="http://schemas.openxmlformats.org/drawingml/2006/main" noGrp="1"/>
          </p:cNvSpPr>
          <p:nvPr/>
        </p:nvSpPr>
        <p:spPr>
          <a:xfrm xmlns:a="http://schemas.openxmlformats.org/drawingml/2006/main">
            <a:off x="539750" y="4545965"/>
            <a:ext cx="2186305" cy="30670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黑体"/>
                <a:ea typeface="黑体"/>
                <a:cs typeface="黑体"/>
              </a:rPr>
              <a:t>票面信息非结构化</a:t>
            </a:r>
            <a:endParaRPr sz="1400">
              <a:latin typeface="黑体"/>
              <a:ea typeface="黑体"/>
              <a:cs typeface="黑体"/>
            </a:endParaRPr>
          </a:p>
        </p:txBody>
      </p:sp>
      <p:sp>
        <p:nvSpPr>
          <p:cNvPr id="11" name="文本框 10">
            <a:extLst xmlns:a="http://schemas.openxmlformats.org/drawingml/2006/main">
              <a:ext uri="{FF2B5EF4-FFF2-40B4-BE49-F238E27FC236}">
                <a16:creationId xmlns:a16="http://schemas.microsoft.com/office/drawing/2014/main" id="{330E8B33-D3CA-47D4-A4D4-EAEBF871E208}"/>
              </a:ext>
            </a:extLst>
          </p:cNvPr>
          <p:cNvSpPr>
            <a:spLocks xmlns:a="http://schemas.openxmlformats.org/drawingml/2006/main" noGrp="1"/>
          </p:cNvSpPr>
          <p:nvPr/>
        </p:nvSpPr>
        <p:spPr>
          <a:xfrm xmlns:a="http://schemas.openxmlformats.org/drawingml/2006/main">
            <a:off x="3851910" y="4545965"/>
            <a:ext cx="140335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黑体"/>
                <a:ea typeface="黑体"/>
                <a:cs typeface="黑体"/>
              </a:rPr>
              <a:t>现场识别有时延</a:t>
            </a:r>
            <a:endParaRPr sz="1400">
              <a:latin typeface="黑体"/>
              <a:ea typeface="黑体"/>
              <a:cs typeface="黑体"/>
            </a:endParaRPr>
          </a:p>
        </p:txBody>
      </p:sp>
      <p:sp>
        <p:nvSpPr>
          <p:cNvPr id="16" name="文本框 15">
            <a:extLst xmlns:a="http://schemas.openxmlformats.org/drawingml/2006/main">
              <a:ext uri="{FF2B5EF4-FFF2-40B4-BE49-F238E27FC236}">
                <a16:creationId xmlns:a16="http://schemas.microsoft.com/office/drawing/2014/main" id="{2B75F770-9A49-40CD-A14D-4F0BE9CBA700}"/>
              </a:ext>
            </a:extLst>
          </p:cNvPr>
          <p:cNvSpPr>
            <a:spLocks xmlns:a="http://schemas.openxmlformats.org/drawingml/2006/main" noGrp="1"/>
          </p:cNvSpPr>
          <p:nvPr/>
        </p:nvSpPr>
        <p:spPr>
          <a:xfrm xmlns:a="http://schemas.openxmlformats.org/drawingml/2006/main">
            <a:off x="6876415" y="4516120"/>
            <a:ext cx="96139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黑体"/>
                <a:ea typeface="黑体"/>
                <a:cs typeface="黑体"/>
              </a:rPr>
              <a:t>多源数据相互割裂</a:t>
            </a:r>
            <a:endParaRPr sz="1400">
              <a:latin typeface="黑体"/>
              <a:ea typeface="黑体"/>
              <a:cs typeface="黑体"/>
            </a:endParaRPr>
          </a:p>
        </p:txBody>
      </p:sp>
      <p:pic>
        <p:nvPicPr>
          <p:cNvPr id="28" name="图片 4"/>
          <p:cNvPicPr>
            <a:picLocks xmlns:a="http://schemas.openxmlformats.org/drawingml/2006/main" noChangeAspect="1"/>
          </p:cNvPicPr>
          <p:nvPr/>
        </p:nvPicPr>
        <p:blipFill>
          <a:blip xmlns:r="http://schemas.openxmlformats.org/officeDocument/2006/relationships" xmlns:a="http://schemas.openxmlformats.org/drawingml/2006/main" r:embed="R56774b85878f4824"/>
          <a:srcRect xmlns:a="http://schemas.openxmlformats.org/drawingml/2006/main" l="7751" t="0" r="7751" b="0"/>
          <a:stretch xmlns:a="http://schemas.openxmlformats.org/drawingml/2006/main">
            <a:fillRect l="0" t="0" r="0" b="0"/>
          </a:stretch>
        </p:blipFill>
        <p:spPr>
          <a:xfrm xmlns:a="http://schemas.openxmlformats.org/drawingml/2006/main">
            <a:off x="3066718" y="2514727"/>
            <a:ext cx="2605846" cy="1892274"/>
          </a:xfrm>
          <a:prstGeom xmlns:a="http://schemas.openxmlformats.org/drawingml/2006/main" prst="rect">
            <a:avLst/>
          </a:prstGeom>
        </p:spPr>
      </p:pic>
      <p:pic>
        <p:nvPicPr>
          <p:cNvPr id="29" name="图片 8"/>
          <p:cNvPicPr>
            <a:picLocks xmlns:a="http://schemas.openxmlformats.org/drawingml/2006/main" noChangeAspect="1"/>
          </p:cNvPicPr>
          <p:nvPr/>
        </p:nvPicPr>
        <p:blipFill>
          <a:blip xmlns:r="http://schemas.openxmlformats.org/officeDocument/2006/relationships" xmlns:a="http://schemas.openxmlformats.org/drawingml/2006/main" r:embed="R338792e133084c43"/>
          <a:srcRect xmlns:a="http://schemas.openxmlformats.org/drawingml/2006/main" l="7591" t="0" r="7591" b="0"/>
          <a:stretch xmlns:a="http://schemas.openxmlformats.org/drawingml/2006/main">
            <a:fillRect l="0" t="0" r="0" b="0"/>
          </a:stretch>
        </p:blipFill>
        <p:spPr>
          <a:xfrm xmlns:a="http://schemas.openxmlformats.org/drawingml/2006/main">
            <a:off x="275392" y="2481569"/>
            <a:ext cx="2450421" cy="1925570"/>
          </a:xfrm>
          <a:prstGeom xmlns:a="http://schemas.openxmlformats.org/drawingml/2006/main" prst="rect">
            <a:avLst/>
          </a:prstGeom>
        </p:spPr>
      </p:pic>
      <p:pic>
        <p:nvPicPr>
          <p:cNvPr id="30" name="图片 3"/>
          <p:cNvPicPr>
            <a:picLocks xmlns:a="http://schemas.openxmlformats.org/drawingml/2006/main" noChangeAspect="1"/>
          </p:cNvPicPr>
          <p:nvPr/>
        </p:nvPicPr>
        <p:blipFill>
          <a:blip xmlns:r="http://schemas.openxmlformats.org/officeDocument/2006/relationships" xmlns:a="http://schemas.openxmlformats.org/drawingml/2006/main" r:embed="Rdb0774608dc74b54"/>
          <a:stretch xmlns:a="http://schemas.openxmlformats.org/drawingml/2006/main">
            <a:fillRect l="0" t="0" r="0" b="0"/>
          </a:stretch>
        </p:blipFill>
        <p:spPr>
          <a:xfrm xmlns:a="http://schemas.openxmlformats.org/drawingml/2006/main">
            <a:off x="6012180" y="2514600"/>
            <a:ext cx="2672715" cy="1932305"/>
          </a:xfrm>
          <a:prstGeom xmlns:a="http://schemas.openxmlformats.org/drawingml/2006/main" prst="rect">
            <a:avLst/>
          </a:prstGeom>
        </p:spPr>
      </p:pic>
    </p:spTree>
    <p:extLst>
      <p:ext uri="{BB962C8B-B14F-4D97-AF65-F5344CB8AC3E}">
        <p14:creationId xmlns:p14="http://schemas.microsoft.com/office/powerpoint/2010/main" val="70190478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Rectangle 140">
            <a:extLst xmlns:a="http://schemas.openxmlformats.org/drawingml/2006/main">
              <a:ext uri="{FF2B5EF4-FFF2-40B4-BE49-F238E27FC236}">
                <a16:creationId xmlns:a16="http://schemas.microsoft.com/office/drawing/2014/main" id="{3279099F-4836-4EBE-9886-A5F6A1FA766C}"/>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a:p>
        </p:txBody>
      </p:sp>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07f299b4cc334762"/>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5" name="矩形 4">
            <a:extLst xmlns:a="http://schemas.openxmlformats.org/drawingml/2006/main">
              <a:ext uri="{FF2B5EF4-FFF2-40B4-BE49-F238E27FC236}">
                <a16:creationId xmlns:a16="http://schemas.microsoft.com/office/drawing/2014/main" id="{4B320652-2919-4A22-BD40-5BF3D04B3C02}"/>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a:spAutoFit/>
          </a:bodyPr>
          <a:lstStyle xmlns:a="http://schemas.openxmlformats.org/drawingml/2006/main"/>
          <a:p xmlns:a="http://schemas.openxmlformats.org/drawingml/2006/main">
            <a:pPr lvl="0" defTabSz="913765">
              <a:buNone/>
            </a:pPr>
            <a:r>
              <a:rPr sz="2400" b="1">
                <a:latin typeface="微软雅黑"/>
                <a:ea typeface="微软雅黑"/>
                <a:cs typeface="微软雅黑"/>
              </a:rPr>
              <a:t>二、技术与成果</a:t>
            </a:r>
            <a:endParaRPr sz="2400" b="1">
              <a:latin typeface="微软雅黑"/>
              <a:ea typeface="微软雅黑"/>
              <a:cs typeface="微软雅黑"/>
            </a:endParaRPr>
          </a:p>
        </p:txBody>
      </p:sp>
      <p:sp>
        <p:nvSpPr>
          <p:cNvPr id="8" name="矩形 7">
            <a:extLst xmlns:a="http://schemas.openxmlformats.org/drawingml/2006/main">
              <a:ext uri="{FF2B5EF4-FFF2-40B4-BE49-F238E27FC236}">
                <a16:creationId xmlns:a16="http://schemas.microsoft.com/office/drawing/2014/main" id="{D615708E-E2D8-47CF-95C2-B9DB4B6C2EB7}"/>
              </a:ext>
            </a:extLst>
          </p:cNvPr>
          <p:cNvSpPr>
            <a:spLocks xmlns:a="http://schemas.openxmlformats.org/drawingml/2006/main" noGrp="1"/>
          </p:cNvSpPr>
          <p:nvPr/>
        </p:nvSpPr>
        <p:spPr>
          <a:xfrm xmlns:a="http://schemas.openxmlformats.org/drawingml/2006/main">
            <a:off x="2771800" y="472482"/>
            <a:ext cx="3231654" cy="369332"/>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lvl="0" algn="ctr">
              <a:buNone/>
            </a:pPr>
            <a:r>
              <a:rPr b="1">
                <a:latin typeface="微软雅黑"/>
                <a:ea typeface="微软雅黑"/>
                <a:cs typeface="微软雅黑"/>
              </a:rPr>
              <a:t>总体技术路线</a:t>
            </a:r>
            <a:endParaRPr b="1">
              <a:latin typeface="微软雅黑"/>
              <a:ea typeface="微软雅黑"/>
              <a:cs typeface="微软雅黑"/>
            </a:endParaRPr>
          </a:p>
        </p:txBody>
      </p:sp>
      <p:pic>
        <p:nvPicPr>
          <p:cNvPr id="15" name="图片 1"/>
          <p:cNvPicPr>
            <a:picLocks xmlns:a="http://schemas.openxmlformats.org/drawingml/2006/main" noChangeAspect="1"/>
          </p:cNvPicPr>
          <p:nvPr/>
        </p:nvPicPr>
        <p:blipFill>
          <a:blip xmlns:r="http://schemas.openxmlformats.org/officeDocument/2006/relationships" xmlns:a="http://schemas.openxmlformats.org/drawingml/2006/main" r:embed="Rc183d25b67d94173"/>
          <a:srcRect xmlns:a="http://schemas.openxmlformats.org/drawingml/2006/main" l="3938" t="18340" r="4708" b="5462"/>
          <a:stretch xmlns:a="http://schemas.openxmlformats.org/drawingml/2006/main">
            <a:fillRect l="0" t="0" r="0" b="0"/>
          </a:stretch>
        </p:blipFill>
        <p:spPr>
          <a:xfrm xmlns:a="http://schemas.openxmlformats.org/drawingml/2006/main">
            <a:off x="251460" y="915035"/>
            <a:ext cx="8625840" cy="4015740"/>
          </a:xfrm>
          <a:prstGeom xmlns:a="http://schemas.openxmlformats.org/drawingml/2006/main" prst="rect">
            <a:avLst/>
          </a:prstGeom>
        </p:spPr>
      </p:pic>
    </p:spTree>
    <p:extLst>
      <p:ext uri="{BB962C8B-B14F-4D97-AF65-F5344CB8AC3E}">
        <p14:creationId xmlns:p14="http://schemas.microsoft.com/office/powerpoint/2010/main" val="87550073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9ADE56F8-95A7-4FE0-9B1C-B10F94B9383D}"/>
              </a:ext>
            </a:extLst>
          </p:cNvPr>
          <p:cNvSpPr>
            <a:spLocks xmlns:a="http://schemas.openxmlformats.org/drawingml/2006/main" noGrp="1"/>
          </p:cNvSpPr>
          <p:nvPr/>
        </p:nvSpPr>
        <p:spPr>
          <a:xfrm xmlns:a="http://schemas.openxmlformats.org/drawingml/2006/main">
            <a:off x="323528" y="51976"/>
            <a:ext cx="2031325" cy="830997"/>
          </a:xfrm>
          <a:prstGeom xmlns:a="http://schemas.openxmlformats.org/drawingml/2006/main" prst="rect">
            <a:avLst/>
          </a:prstGeom>
        </p:spPr>
        <p:txBody>
          <a:bodyPr xmlns:a="http://schemas.openxmlformats.org/drawingml/2006/main" wrap="none">
            <a:spAutoFit/>
          </a:bodyPr>
          <a:lstStyle xmlns:a="http://schemas.openxmlformats.org/drawingml/2006/main"/>
          <a:p xmlns:a="http://schemas.openxmlformats.org/drawingml/2006/main">
            <a:pPr lvl="0" defTabSz="913765">
              <a:buNone/>
            </a:pPr>
            <a:r>
              <a:rPr sz="2400" b="1">
                <a:latin typeface="微软雅黑"/>
                <a:ea typeface="微软雅黑"/>
                <a:cs typeface="微软雅黑"/>
              </a:rPr>
              <a:t>二、技术与成果</a:t>
            </a:r>
            <a:endParaRPr sz="2400" b="1">
              <a:latin typeface="微软雅黑"/>
              <a:ea typeface="微软雅黑"/>
              <a:cs typeface="微软雅黑"/>
            </a:endParaRPr>
          </a:p>
        </p:txBody>
      </p:sp>
      <p:pic>
        <p:nvPicPr>
          <p:cNvPr id="13" name="Picture 2"/>
          <p:cNvPicPr>
            <a:picLocks xmlns:a="http://schemas.openxmlformats.org/drawingml/2006/main" noChangeAspect="1"/>
          </p:cNvPicPr>
          <p:nvPr/>
        </p:nvPicPr>
        <p:blipFill>
          <a:blip xmlns:r="http://schemas.openxmlformats.org/officeDocument/2006/relationships" xmlns:a="http://schemas.openxmlformats.org/drawingml/2006/main" r:embed="R01ec0405c8ed4b37"/>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10" name="Text Box 4">
            <a:extLst xmlns:a="http://schemas.openxmlformats.org/drawingml/2006/main">
              <a:ext uri="{FF2B5EF4-FFF2-40B4-BE49-F238E27FC236}">
                <a16:creationId xmlns:a16="http://schemas.microsoft.com/office/drawing/2014/main" id="{2A07398F-4A29-4FC3-ABAD-EEC695C35002}"/>
              </a:ext>
            </a:extLst>
          </p:cNvPr>
          <p:cNvSpPr>
            <a:spLocks xmlns:a="http://schemas.openxmlformats.org/drawingml/2006/main" noGrp="1"/>
          </p:cNvSpPr>
          <p:nvPr/>
        </p:nvSpPr>
        <p:spPr>
          <a:xfrm xmlns:a="http://schemas.openxmlformats.org/drawingml/2006/main">
            <a:off x="467541" y="627151"/>
            <a:ext cx="3528392" cy="396583"/>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nchor="t">
            <a:spAutoFit/>
          </a:bodyPr>
          <a:lstStyle xmlns:a="http://schemas.openxmlformats.org/drawingml/2006/main"/>
          <a:p xmlns:a="http://schemas.openxmlformats.org/drawingml/2006/main">
            <a:pPr marL="306070" indent="-306070" defTabSz="457200">
              <a:lnSpc>
                <a:spcPct val="120000"/>
              </a:lnSpc>
              <a:spcBef>
                <a:spcPct val="20000"/>
              </a:spcBef>
              <a:spcAft>
                <a:spcPts val="600"/>
              </a:spcAft>
              <a:buClr>
                <a:schemeClr val="tx1"/>
              </a:buClr>
              <a:buSzPct val="92000"/>
              <a:buFont typeface="Wingdings"/>
              <a:buChar char="n"/>
            </a:pPr>
            <a:r>
              <a:rPr b="1">
                <a:latin typeface="+mj-ea"/>
                <a:ea typeface="+mj-ea"/>
                <a:cs typeface="+mj-ea"/>
              </a:rPr>
              <a:t>当前技术栈</a:t>
            </a:r>
            <a:endParaRPr b="1" kern="100">
              <a:latin typeface="+mj-ea"/>
              <a:ea typeface="+mj-ea"/>
              <a:cs typeface="+mj-ea"/>
            </a:endParaRPr>
          </a:p>
        </p:txBody>
      </p:sp>
      <p:sp>
        <p:nvSpPr>
          <p:cNvPr id="4" name="文本框 3">
            <a:extLst xmlns:a="http://schemas.openxmlformats.org/drawingml/2006/main">
              <a:ext uri="{FF2B5EF4-FFF2-40B4-BE49-F238E27FC236}">
                <a16:creationId xmlns:a16="http://schemas.microsoft.com/office/drawing/2014/main" id="{D87C7872-79E2-43C1-809B-6A33431F5147}"/>
              </a:ext>
            </a:extLst>
          </p:cNvPr>
          <p:cNvSpPr>
            <a:spLocks xmlns:a="http://schemas.openxmlformats.org/drawingml/2006/main" noGrp="1"/>
          </p:cNvSpPr>
          <p:nvPr/>
        </p:nvSpPr>
        <p:spPr>
          <a:xfrm xmlns:a="http://schemas.openxmlformats.org/drawingml/2006/main">
            <a:off x="396240" y="1203325"/>
            <a:ext cx="8291830" cy="38766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342900" indent="-342900" algn="just">
              <a:lnSpc>
                <a:spcPct val="150000"/>
              </a:lnSpc>
              <a:buFont typeface="Wingdings"/>
              <a:buChar char="Ø"/>
            </a:pPr>
            <a:r>
              <a:rPr sz="2000" b="1">
                <a:solidFill>
                  <a:srgbClr val="000000"/>
                </a:solidFill>
                <a:latin typeface="+mj-ea"/>
                <a:ea typeface="+mj-ea"/>
                <a:cs typeface="+mj-ea"/>
              </a:rPr>
              <a:t>1. 文档理解｜OpenCV；PPStructureV3与PaddleOCR-VL解析版面、文字和表格。</a:t>
            </a:r>
            <a:endParaRPr sz="2000" b="1" kern="100">
              <a:solidFill>
                <a:srgbClr val="000000"/>
              </a:solidFill>
              <a:latin typeface="+mj-ea"/>
              <a:ea typeface="+mj-ea"/>
              <a:cs typeface="+mj-ea"/>
            </a:endParaRPr>
          </a:p>
          <a:p xmlns:a="http://schemas.openxmlformats.org/drawingml/2006/main">
            <a:pPr indent="457200" algn="just">
              <a:lnSpc>
                <a:spcPct val="150000"/>
              </a:lnSpc>
              <a:buNone/>
            </a:pPr>
            <a:r>
              <a:rPr sz="1800">
                <a:latin typeface="+mj-ea"/>
                <a:ea typeface="+mj-ea"/>
                <a:cs typeface="+mj-ea"/>
              </a:rPr>
              <a:t>2. 语义抽取｜BERT-MRC + 规则兜底；Qwen用于校验和关系抽取。</a:t>
            </a:r>
            <a:endParaRPr sz="1800" kern="100">
              <a:latin typeface="+mj-ea"/>
              <a:ea typeface="+mj-ea"/>
              <a:cs typeface="+mj-ea"/>
            </a:endParaRPr>
          </a:p>
          <a:p xmlns:a="http://schemas.openxmlformats.org/drawingml/2006/main">
            <a:pPr indent="457200" algn="just">
              <a:lnSpc>
                <a:spcPct val="150000"/>
              </a:lnSpc>
              <a:buNone/>
            </a:pPr>
            <a:r>
              <a:rPr sz="1800">
                <a:latin typeface="+mj-ea"/>
                <a:ea typeface="+mj-ea"/>
                <a:cs typeface="+mj-ea"/>
              </a:rPr>
              <a:t>3. 关联存储｜设备标准化、编码匹配；Neo4j组织时空关系。</a:t>
            </a:r>
            <a:endParaRPr sz="1800" kern="100">
              <a:latin typeface="+mj-ea"/>
              <a:ea typeface="+mj-ea"/>
              <a:cs typeface="+mj-ea"/>
            </a:endParaRPr>
          </a:p>
          <a:p xmlns:a="http://schemas.openxmlformats.org/drawingml/2006/main">
            <a:pPr indent="457200" algn="just">
              <a:lnSpc>
                <a:spcPct val="150000"/>
              </a:lnSpc>
              <a:buNone/>
            </a:pPr>
            <a:r>
              <a:rPr sz="1800">
                <a:latin typeface="+mj-ea"/>
                <a:ea typeface="+mj-ea"/>
                <a:cs typeface="+mj-ea"/>
              </a:rPr>
              <a:t>4. 服务应用｜FastAPI接口 + Gradio演示；输出JSON与Cypher。</a:t>
            </a:r>
            <a:endParaRPr sz="1800" kern="100">
              <a:latin typeface="+mj-ea"/>
              <a:ea typeface="+mj-ea"/>
              <a:cs typeface="+mj-ea"/>
            </a:endParaRPr>
          </a:p>
        </p:txBody>
      </p:sp>
    </p:spTree>
    <p:extLst>
      <p:ext uri="{BB962C8B-B14F-4D97-AF65-F5344CB8AC3E}">
        <p14:creationId xmlns:p14="http://schemas.microsoft.com/office/powerpoint/2010/main" val="30788663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5" name="Text Box 4">
            <a:extLst xmlns:a="http://schemas.openxmlformats.org/drawingml/2006/main">
              <a:ext uri="{FF2B5EF4-FFF2-40B4-BE49-F238E27FC236}">
                <a16:creationId xmlns:a16="http://schemas.microsoft.com/office/drawing/2014/main" id="{79485067-26B0-4442-BC85-766998CAB418}"/>
              </a:ext>
            </a:extLst>
          </p:cNvPr>
          <p:cNvSpPr>
            <a:spLocks xmlns:a="http://schemas.openxmlformats.org/drawingml/2006/main" noGrp="1"/>
          </p:cNvSpPr>
          <p:nvPr/>
        </p:nvSpPr>
        <p:spPr>
          <a:xfrm xmlns:a="http://schemas.openxmlformats.org/drawingml/2006/main">
            <a:off x="415979" y="620668"/>
            <a:ext cx="8712969" cy="968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nchor="t">
            <a:spAutoFit/>
          </a:bodyPr>
          <a:lstStyle xmlns:a="http://schemas.openxmlformats.org/drawingml/2006/main">
            <a:lvl1pPr marL="306070" indent="-306070" defTabSz="457200">
              <a:lnSpc>
                <a:spcPct val="120000"/>
              </a:lnSpc>
              <a:spcBef>
                <a:spcPct val="20000"/>
              </a:spcBef>
              <a:spcAft>
                <a:spcPts val="600"/>
              </a:spcAft>
              <a:buClr>
                <a:schemeClr val="tx1"/>
              </a:buClr>
              <a:buSzPct val="92000"/>
              <a:buFont typeface="Wingdings"/>
              <a:buChar char="n"/>
              <a:defRPr b="1" kern="100">
                <a:latin typeface="+mj-ea"/>
                <a:ea typeface="+mj-ea"/>
                <a:cs typeface="+mj-ea"/>
              </a:defRPr>
            </a:lvl1pPr>
          </a:lstStyle>
          <a:p xmlns:a="http://schemas.openxmlformats.org/drawingml/2006/main">
            <a:r>
              <a:rPr sz="2000"/>
              <a:t>工作票解析已形成可演示流水线</a:t>
            </a:r>
            <a:endParaRPr sz="2000" b="1" kern="100">
              <a:solidFill>
                <a:srgbClr val="000000"/>
              </a:solidFill>
              <a:latin typeface="+mj-ea"/>
              <a:ea typeface="+mj-ea"/>
              <a:cs typeface="+mj-ea"/>
            </a:endParaRPr>
          </a:p>
        </p:txBody>
      </p:sp>
      <p:sp>
        <p:nvSpPr>
          <p:cNvPr id="6" name="矩形 5">
            <a:extLst xmlns:a="http://schemas.openxmlformats.org/drawingml/2006/main">
              <a:ext uri="{FF2B5EF4-FFF2-40B4-BE49-F238E27FC236}">
                <a16:creationId xmlns:a16="http://schemas.microsoft.com/office/drawing/2014/main" id="{D3D8C96A-67C3-4172-9812-9D0BE25F0977}"/>
              </a:ext>
            </a:extLst>
          </p:cNvPr>
          <p:cNvSpPr>
            <a:spLocks xmlns:a="http://schemas.openxmlformats.org/drawingml/2006/main" noGrp="1"/>
          </p:cNvSpPr>
          <p:nvPr/>
        </p:nvSpPr>
        <p:spPr>
          <a:xfrm xmlns:a="http://schemas.openxmlformats.org/drawingml/2006/main">
            <a:off x="477324" y="1091862"/>
            <a:ext cx="8208912" cy="190055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algn="just">
              <a:lnSpc>
                <a:spcPct val="120000"/>
              </a:lnSpc>
              <a:spcAft>
                <a:spcPts val="0"/>
              </a:spcAft>
              <a:buNone/>
            </a:pPr>
            <a:r>
              <a:rPr>
                <a:latin typeface="+mj-ea"/>
                <a:ea typeface="+mj-ea"/>
                <a:cs typeface="+mj-ea"/>
              </a:rPr>
              <a:t>已完成图像预处理、版面/表格解析和结构化结果输出，可提取票号、站点、时间、地点、工作内容及安全措施等关键字段。当前支持PPStructureV3及PaddleOCR-VL切换；样例在BERT-MRC资产不足时采用规则回退。后续将以100张工作票开展统一批量验证。</a:t>
            </a:r>
            <a:endParaRPr sz="1800" b="1" kern="100"/>
          </a:p>
        </p:txBody>
      </p:sp>
      <p:sp>
        <p:nvSpPr>
          <p:cNvPr id="3" name="Rectangle 140">
            <a:extLst xmlns:a="http://schemas.openxmlformats.org/drawingml/2006/main">
              <a:ext uri="{FF2B5EF4-FFF2-40B4-BE49-F238E27FC236}">
                <a16:creationId xmlns:a16="http://schemas.microsoft.com/office/drawing/2014/main" id="{7CBB0FE9-3941-4756-8633-B6615FB5D19B}"/>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a:p>
        </p:txBody>
      </p:sp>
      <p:pic>
        <p:nvPicPr>
          <p:cNvPr id="33" name="Picture 2"/>
          <p:cNvPicPr>
            <a:picLocks xmlns:a="http://schemas.openxmlformats.org/drawingml/2006/main" noChangeAspect="1"/>
          </p:cNvPicPr>
          <p:nvPr/>
        </p:nvPicPr>
        <p:blipFill>
          <a:blip xmlns:r="http://schemas.openxmlformats.org/officeDocument/2006/relationships" xmlns:a="http://schemas.openxmlformats.org/drawingml/2006/main" r:embed="Re63881608a604977"/>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7" name="矩形 6">
            <a:extLst xmlns:a="http://schemas.openxmlformats.org/drawingml/2006/main">
              <a:ext uri="{FF2B5EF4-FFF2-40B4-BE49-F238E27FC236}">
                <a16:creationId xmlns:a16="http://schemas.microsoft.com/office/drawing/2014/main" id="{D8B20382-D664-42F8-90F0-2A9418FF9FAD}"/>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a:spAutoFit/>
          </a:bodyPr>
          <a:lstStyle xmlns:a="http://schemas.openxmlformats.org/drawingml/2006/main"/>
          <a:p xmlns:a="http://schemas.openxmlformats.org/drawingml/2006/main">
            <a:pPr lvl="0" defTabSz="913765">
              <a:buNone/>
            </a:pPr>
            <a:r>
              <a:rPr sz="2400" b="1">
                <a:latin typeface="微软雅黑"/>
                <a:ea typeface="微软雅黑"/>
                <a:cs typeface="微软雅黑"/>
              </a:rPr>
              <a:t>二、技术与成果</a:t>
            </a:r>
            <a:endParaRPr sz="2400" b="1">
              <a:latin typeface="微软雅黑"/>
              <a:ea typeface="微软雅黑"/>
              <a:cs typeface="微软雅黑"/>
            </a:endParaRPr>
          </a:p>
        </p:txBody>
      </p:sp>
      <p:pic>
        <p:nvPicPr>
          <p:cNvPr id="35" name="图片 3"/>
          <p:cNvPicPr>
            <a:picLocks xmlns:a="http://schemas.openxmlformats.org/drawingml/2006/main" noChangeAspect="1"/>
          </p:cNvPicPr>
          <p:nvPr/>
        </p:nvPicPr>
        <p:blipFill>
          <a:blip xmlns:r="http://schemas.openxmlformats.org/officeDocument/2006/relationships" xmlns:a="http://schemas.openxmlformats.org/drawingml/2006/main" r:embed="R742566e3b23449c9"/>
          <a:srcRect xmlns:a="http://schemas.openxmlformats.org/drawingml/2006/main" l="0" t="0" r="0" b="0"/>
          <a:stretch xmlns:a="http://schemas.openxmlformats.org/drawingml/2006/main">
            <a:fillRect l="0" t="0" r="0" b="0"/>
          </a:stretch>
        </p:blipFill>
        <p:spPr>
          <a:xfrm xmlns:a="http://schemas.openxmlformats.org/drawingml/2006/main" flipH="0" flipV="0">
            <a:off x="755650" y="3011805"/>
            <a:ext cx="2466975" cy="1719580"/>
          </a:xfrm>
          <a:prstGeom xmlns:a="http://schemas.openxmlformats.org/drawingml/2006/main" prst="rect">
            <a:avLst/>
          </a:prstGeom>
        </p:spPr>
      </p:pic>
      <p:sp>
        <p:nvSpPr>
          <p:cNvPr id="5" name="矩形 4">
            <a:extLst xmlns:a="http://schemas.openxmlformats.org/drawingml/2006/main">
              <a:ext uri="{FF2B5EF4-FFF2-40B4-BE49-F238E27FC236}">
                <a16:creationId xmlns:a16="http://schemas.microsoft.com/office/drawing/2014/main" id="{57F65C1F-6A44-4ED3-8EEA-3B2E040D8692}"/>
              </a:ext>
            </a:extLst>
          </p:cNvPr>
          <p:cNvSpPr>
            <a:spLocks xmlns:a="http://schemas.openxmlformats.org/drawingml/2006/main" noGrp="1"/>
          </p:cNvSpPr>
          <p:nvPr/>
        </p:nvSpPr>
        <p:spPr>
          <a:xfrm xmlns:a="http://schemas.openxmlformats.org/drawingml/2006/main">
            <a:off x="3497580" y="4799330"/>
            <a:ext cx="2418715" cy="30670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lvl="0" algn="ctr">
              <a:buNone/>
            </a:pPr>
            <a:r>
              <a:rPr sz="1400">
                <a:latin typeface="微软雅黑"/>
                <a:ea typeface="微软雅黑"/>
                <a:cs typeface="微软雅黑"/>
              </a:rPr>
              <a:t>图像增强与二值化</a:t>
            </a:r>
            <a:endParaRPr sz="1400">
              <a:latin typeface="微软雅黑"/>
              <a:ea typeface="微软雅黑"/>
              <a:cs typeface="微软雅黑"/>
            </a:endParaRPr>
          </a:p>
        </p:txBody>
      </p:sp>
      <p:sp>
        <p:nvSpPr>
          <p:cNvPr id="8" name="矩形 7">
            <a:extLst xmlns:a="http://schemas.openxmlformats.org/drawingml/2006/main">
              <a:ext uri="{FF2B5EF4-FFF2-40B4-BE49-F238E27FC236}">
                <a16:creationId xmlns:a16="http://schemas.microsoft.com/office/drawing/2014/main" id="{183D6FA1-F40E-4189-AC3D-16D84E861247}"/>
              </a:ext>
            </a:extLst>
          </p:cNvPr>
          <p:cNvSpPr>
            <a:spLocks xmlns:a="http://schemas.openxmlformats.org/drawingml/2006/main" noGrp="1"/>
          </p:cNvSpPr>
          <p:nvPr/>
        </p:nvSpPr>
        <p:spPr>
          <a:xfrm xmlns:a="http://schemas.openxmlformats.org/drawingml/2006/main">
            <a:off x="899795" y="4805680"/>
            <a:ext cx="2171065" cy="30670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lvl="0" algn="ctr">
              <a:buNone/>
            </a:pPr>
            <a:r>
              <a:rPr sz="1400">
                <a:latin typeface="微软雅黑"/>
                <a:ea typeface="微软雅黑"/>
                <a:cs typeface="微软雅黑"/>
              </a:rPr>
              <a:t>原始工作票</a:t>
            </a:r>
            <a:endParaRPr sz="1400">
              <a:latin typeface="微软雅黑"/>
              <a:ea typeface="微软雅黑"/>
              <a:cs typeface="微软雅黑"/>
            </a:endParaRPr>
          </a:p>
        </p:txBody>
      </p:sp>
      <p:sp>
        <p:nvSpPr>
          <p:cNvPr id="9" name="矩形 8">
            <a:extLst xmlns:a="http://schemas.openxmlformats.org/drawingml/2006/main">
              <a:ext uri="{FF2B5EF4-FFF2-40B4-BE49-F238E27FC236}">
                <a16:creationId xmlns:a16="http://schemas.microsoft.com/office/drawing/2014/main" id="{990A00BE-BF66-405F-881A-01A4EE5B04D4}"/>
              </a:ext>
            </a:extLst>
          </p:cNvPr>
          <p:cNvSpPr>
            <a:spLocks xmlns:a="http://schemas.openxmlformats.org/drawingml/2006/main" noGrp="1"/>
          </p:cNvSpPr>
          <p:nvPr/>
        </p:nvSpPr>
        <p:spPr>
          <a:xfrm xmlns:a="http://schemas.openxmlformats.org/drawingml/2006/main">
            <a:off x="5712192" y="4799368"/>
            <a:ext cx="3231654" cy="30670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lvl="0" algn="ctr">
              <a:buClrTx/>
              <a:buSzTx/>
              <a:buFontTx/>
              <a:buNone/>
            </a:pPr>
            <a:r>
              <a:rPr sz="1400">
                <a:latin typeface="微软雅黑"/>
                <a:ea typeface="微软雅黑"/>
                <a:cs typeface="微软雅黑"/>
              </a:rPr>
              <a:t>安全措施表格解析</a:t>
            </a:r>
            <a:endParaRPr sz="1400">
              <a:latin typeface="微软雅黑"/>
              <a:ea typeface="微软雅黑"/>
              <a:cs typeface="微软雅黑"/>
            </a:endParaRPr>
          </a:p>
        </p:txBody>
      </p:sp>
      <p:pic>
        <p:nvPicPr>
          <p:cNvPr id="39" name="图片 17"/>
          <p:cNvPicPr>
            <a:picLocks xmlns:a="http://schemas.openxmlformats.org/drawingml/2006/main" noChangeAspect="1"/>
          </p:cNvPicPr>
          <p:nvPr/>
        </p:nvPicPr>
        <p:blipFill>
          <a:blip xmlns:r="http://schemas.openxmlformats.org/officeDocument/2006/relationships" xmlns:a="http://schemas.openxmlformats.org/drawingml/2006/main" r:embed="R651ef3b6a4ef48a6"/>
          <a:srcRect xmlns:a="http://schemas.openxmlformats.org/drawingml/2006/main" l="0" t="0" r="0" b="0"/>
          <a:stretch xmlns:a="http://schemas.openxmlformats.org/drawingml/2006/main">
            <a:fillRect l="0" t="0" r="0" b="0"/>
          </a:stretch>
        </p:blipFill>
        <p:spPr>
          <a:xfrm xmlns:a="http://schemas.openxmlformats.org/drawingml/2006/main" flipH="0" flipV="0">
            <a:off x="6202045" y="3011805"/>
            <a:ext cx="2346960" cy="1719580"/>
          </a:xfrm>
          <a:prstGeom xmlns:a="http://schemas.openxmlformats.org/drawingml/2006/main" prst="rect">
            <a:avLst/>
          </a:prstGeom>
        </p:spPr>
      </p:pic>
      <p:pic>
        <p:nvPicPr>
          <p:cNvPr id="40" name="图片 9"/>
          <p:cNvPicPr>
            <a:picLocks xmlns:a="http://schemas.openxmlformats.org/drawingml/2006/main" noChangeAspect="1"/>
          </p:cNvPicPr>
          <p:nvPr/>
        </p:nvPicPr>
        <p:blipFill>
          <a:blip xmlns:r="http://schemas.openxmlformats.org/officeDocument/2006/relationships" xmlns:a="http://schemas.openxmlformats.org/drawingml/2006/main" r:embed="R0b852b54717b4c9c"/>
          <a:srcRect xmlns:a="http://schemas.openxmlformats.org/drawingml/2006/main" l="0" t="0" r="0" b="0"/>
          <a:stretch xmlns:a="http://schemas.openxmlformats.org/drawingml/2006/main">
            <a:fillRect l="0" t="0" r="0" b="0"/>
          </a:stretch>
        </p:blipFill>
        <p:spPr>
          <a:xfrm xmlns:a="http://schemas.openxmlformats.org/drawingml/2006/main" flipH="0" flipV="0">
            <a:off x="4045585" y="2992120"/>
            <a:ext cx="1352550" cy="1739265"/>
          </a:xfrm>
          <a:prstGeom xmlns:a="http://schemas.openxmlformats.org/drawingml/2006/main" prst="rect">
            <a:avLst/>
          </a:prstGeom>
        </p:spPr>
      </p:pic>
    </p:spTree>
    <p:extLst>
      <p:ext uri="{BB962C8B-B14F-4D97-AF65-F5344CB8AC3E}">
        <p14:creationId xmlns:p14="http://schemas.microsoft.com/office/powerpoint/2010/main" val="159652533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5" name="Text Box 4">
            <a:extLst xmlns:a="http://schemas.openxmlformats.org/drawingml/2006/main">
              <a:ext uri="{FF2B5EF4-FFF2-40B4-BE49-F238E27FC236}">
                <a16:creationId xmlns:a16="http://schemas.microsoft.com/office/drawing/2014/main" id="{59CC2DE3-BA6A-4A65-9AB3-9C7DDB788068}"/>
              </a:ext>
            </a:extLst>
          </p:cNvPr>
          <p:cNvSpPr>
            <a:spLocks xmlns:a="http://schemas.openxmlformats.org/drawingml/2006/main" noGrp="1"/>
          </p:cNvSpPr>
          <p:nvPr/>
        </p:nvSpPr>
        <p:spPr>
          <a:xfrm xmlns:a="http://schemas.openxmlformats.org/drawingml/2006/main">
            <a:off x="415979" y="620668"/>
            <a:ext cx="8712969" cy="460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nchor="t">
            <a:spAutoFit/>
          </a:bodyPr>
          <a:lstStyle xmlns:a="http://schemas.openxmlformats.org/drawingml/2006/main">
            <a:lvl1pPr marL="306070" indent="-306070" defTabSz="457200">
              <a:lnSpc>
                <a:spcPct val="120000"/>
              </a:lnSpc>
              <a:spcBef>
                <a:spcPct val="20000"/>
              </a:spcBef>
              <a:spcAft>
                <a:spcPts val="600"/>
              </a:spcAft>
              <a:buClr>
                <a:schemeClr val="tx1"/>
              </a:buClr>
              <a:buSzPct val="92000"/>
              <a:buFont typeface="Wingdings"/>
              <a:buChar char="n"/>
              <a:defRPr b="1" kern="100">
                <a:latin typeface="+mj-ea"/>
                <a:ea typeface="+mj-ea"/>
                <a:cs typeface="+mj-ea"/>
              </a:defRPr>
            </a:lvl1pPr>
          </a:lstStyle>
          <a:p xmlns:a="http://schemas.openxmlformats.org/drawingml/2006/main">
            <a:r>
              <a:rPr sz="2000"/>
              <a:t>设备—地点—摄像头关联已形成初步实现</a:t>
            </a:r>
            <a:endParaRPr sz="2000"/>
          </a:p>
        </p:txBody>
      </p:sp>
      <p:sp>
        <p:nvSpPr>
          <p:cNvPr id="6" name="矩形 5">
            <a:extLst xmlns:a="http://schemas.openxmlformats.org/drawingml/2006/main">
              <a:ext uri="{FF2B5EF4-FFF2-40B4-BE49-F238E27FC236}">
                <a16:creationId xmlns:a16="http://schemas.microsoft.com/office/drawing/2014/main" id="{EE5F3755-3550-4FC9-BE4F-8D572D91AD72}"/>
              </a:ext>
            </a:extLst>
          </p:cNvPr>
          <p:cNvSpPr>
            <a:spLocks xmlns:a="http://schemas.openxmlformats.org/drawingml/2006/main" noGrp="1"/>
          </p:cNvSpPr>
          <p:nvPr/>
        </p:nvSpPr>
        <p:spPr>
          <a:xfrm xmlns:a="http://schemas.openxmlformats.org/drawingml/2006/main">
            <a:off x="477324" y="987574"/>
            <a:ext cx="8208912" cy="2330450"/>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algn="just">
              <a:lnSpc>
                <a:spcPct val="150000"/>
              </a:lnSpc>
              <a:spcAft>
                <a:spcPts val="0"/>
              </a:spcAft>
              <a:buNone/>
            </a:pPr>
            <a:r>
              <a:rPr>
                <a:latin typeface="微软雅黑"/>
                <a:ea typeface="微软雅黑"/>
                <a:cs typeface="微软雅黑"/>
              </a:rPr>
              <a:t>已建立Ticket、Entity、Device、Location、Camera等图谱对象及LOCATED_AT、COVERS、PART_OF等关系；通过设备名称标准化和编码匹配，将工作票中的设备/地点与监控资源建立映射。当前处于主流程集成与系统验证阶段，下一步重点验证关联精度与视频查询闭环。</a:t>
            </a:r>
            <a:endParaRPr sz="1800" b="1" kern="100"/>
          </a:p>
        </p:txBody>
      </p:sp>
      <p:sp>
        <p:nvSpPr>
          <p:cNvPr id="3" name="Rectangle 140">
            <a:extLst xmlns:a="http://schemas.openxmlformats.org/drawingml/2006/main">
              <a:ext uri="{FF2B5EF4-FFF2-40B4-BE49-F238E27FC236}">
                <a16:creationId xmlns:a16="http://schemas.microsoft.com/office/drawing/2014/main" id="{1306F15E-EBA7-44CE-88CB-486021F4BA31}"/>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a:p>
        </p:txBody>
      </p:sp>
      <p:pic>
        <p:nvPicPr>
          <p:cNvPr id="33" name="Picture 2"/>
          <p:cNvPicPr>
            <a:picLocks xmlns:a="http://schemas.openxmlformats.org/drawingml/2006/main" noChangeAspect="1"/>
          </p:cNvPicPr>
          <p:nvPr/>
        </p:nvPicPr>
        <p:blipFill>
          <a:blip xmlns:r="http://schemas.openxmlformats.org/officeDocument/2006/relationships" xmlns:a="http://schemas.openxmlformats.org/drawingml/2006/main" r:embed="Rf9ee7f02b85347f0"/>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7" name="矩形 6">
            <a:extLst xmlns:a="http://schemas.openxmlformats.org/drawingml/2006/main">
              <a:ext uri="{FF2B5EF4-FFF2-40B4-BE49-F238E27FC236}">
                <a16:creationId xmlns:a16="http://schemas.microsoft.com/office/drawing/2014/main" id="{0948B75E-311E-47E8-BCF3-6A35FAAD4996}"/>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a:spAutoFit/>
          </a:bodyPr>
          <a:lstStyle xmlns:a="http://schemas.openxmlformats.org/drawingml/2006/main"/>
          <a:p xmlns:a="http://schemas.openxmlformats.org/drawingml/2006/main">
            <a:pPr lvl="0" defTabSz="913765">
              <a:buNone/>
            </a:pPr>
            <a:r>
              <a:rPr sz="2400" b="1">
                <a:latin typeface="微软雅黑"/>
                <a:ea typeface="微软雅黑"/>
                <a:cs typeface="微软雅黑"/>
              </a:rPr>
              <a:t>二、技术与成果</a:t>
            </a:r>
            <a:endParaRPr sz="2400" b="1">
              <a:latin typeface="微软雅黑"/>
              <a:ea typeface="微软雅黑"/>
              <a:cs typeface="微软雅黑"/>
            </a:endParaRPr>
          </a:p>
        </p:txBody>
      </p:sp>
      <p:sp>
        <p:nvSpPr>
          <p:cNvPr id="14" name="矩形 13">
            <a:extLst xmlns:a="http://schemas.openxmlformats.org/drawingml/2006/main">
              <a:ext uri="{FF2B5EF4-FFF2-40B4-BE49-F238E27FC236}">
                <a16:creationId xmlns:a16="http://schemas.microsoft.com/office/drawing/2014/main" id="{C1652ACB-1FCD-4BF2-914C-61F3974B4BF0}"/>
              </a:ext>
            </a:extLst>
          </p:cNvPr>
          <p:cNvSpPr>
            <a:spLocks xmlns:a="http://schemas.openxmlformats.org/drawingml/2006/main" noGrp="1"/>
          </p:cNvSpPr>
          <p:nvPr/>
        </p:nvSpPr>
        <p:spPr>
          <a:xfrm xmlns:a="http://schemas.openxmlformats.org/drawingml/2006/main">
            <a:off x="219114" y="4804492"/>
            <a:ext cx="3231654" cy="30670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lvl="0" algn="ctr">
              <a:buNone/>
            </a:pPr>
            <a:r>
              <a:rPr sz="1400">
                <a:latin typeface="微软雅黑"/>
                <a:ea typeface="微软雅黑"/>
                <a:cs typeface="微软雅黑"/>
              </a:rPr>
              <a:t>设备/地点语义标准化</a:t>
            </a:r>
            <a:endParaRPr sz="1400">
              <a:latin typeface="微软雅黑"/>
              <a:ea typeface="微软雅黑"/>
              <a:cs typeface="微软雅黑"/>
            </a:endParaRPr>
          </a:p>
        </p:txBody>
      </p:sp>
      <p:sp>
        <p:nvSpPr>
          <p:cNvPr id="15" name="矩形 14">
            <a:extLst xmlns:a="http://schemas.openxmlformats.org/drawingml/2006/main">
              <a:ext uri="{FF2B5EF4-FFF2-40B4-BE49-F238E27FC236}">
                <a16:creationId xmlns:a16="http://schemas.microsoft.com/office/drawing/2014/main" id="{67FFF7B2-8097-4019-8B25-1833B5474DA2}"/>
              </a:ext>
            </a:extLst>
          </p:cNvPr>
          <p:cNvSpPr>
            <a:spLocks xmlns:a="http://schemas.openxmlformats.org/drawingml/2006/main" noGrp="1"/>
          </p:cNvSpPr>
          <p:nvPr/>
        </p:nvSpPr>
        <p:spPr>
          <a:xfrm xmlns:a="http://schemas.openxmlformats.org/drawingml/2006/main">
            <a:off x="3203575" y="4804410"/>
            <a:ext cx="2837180" cy="30670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lvl="0" algn="ctr">
              <a:buNone/>
            </a:pPr>
            <a:r>
              <a:rPr sz="1400">
                <a:latin typeface="微软雅黑"/>
                <a:ea typeface="微软雅黑"/>
                <a:cs typeface="微软雅黑"/>
              </a:rPr>
              <a:t>票据—监控资源映射</a:t>
            </a:r>
            <a:endParaRPr sz="1400">
              <a:latin typeface="微软雅黑"/>
              <a:ea typeface="微软雅黑"/>
              <a:cs typeface="微软雅黑"/>
            </a:endParaRPr>
          </a:p>
        </p:txBody>
      </p:sp>
      <p:sp>
        <p:nvSpPr>
          <p:cNvPr id="17" name="矩形 16">
            <a:extLst xmlns:a="http://schemas.openxmlformats.org/drawingml/2006/main">
              <a:ext uri="{FF2B5EF4-FFF2-40B4-BE49-F238E27FC236}">
                <a16:creationId xmlns:a16="http://schemas.microsoft.com/office/drawing/2014/main" id="{CCF3BDD0-9A5C-4803-B8C4-EB50DD03A0DA}"/>
              </a:ext>
            </a:extLst>
          </p:cNvPr>
          <p:cNvSpPr>
            <a:spLocks xmlns:a="http://schemas.openxmlformats.org/drawingml/2006/main" noGrp="1"/>
          </p:cNvSpPr>
          <p:nvPr/>
        </p:nvSpPr>
        <p:spPr>
          <a:xfrm xmlns:a="http://schemas.openxmlformats.org/drawingml/2006/main">
            <a:off x="5867767" y="4772698"/>
            <a:ext cx="3231654" cy="306705"/>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lvl="0" algn="ctr">
              <a:buClrTx/>
              <a:buSzTx/>
              <a:buFontTx/>
              <a:buNone/>
            </a:pPr>
            <a:r>
              <a:rPr sz="1400">
                <a:latin typeface="+mj-ea"/>
                <a:ea typeface="+mj-ea"/>
                <a:cs typeface="+mj-ea"/>
              </a:rPr>
              <a:t>关联与检索闭环</a:t>
            </a:r>
            <a:endParaRPr sz="1400" kern="100">
              <a:latin typeface="+mj-ea"/>
              <a:ea typeface="+mj-ea"/>
              <a:cs typeface="+mj-ea"/>
            </a:endParaRPr>
          </a:p>
        </p:txBody>
      </p:sp>
      <p:pic>
        <p:nvPicPr>
          <p:cNvPr id="38" name="picture 112"/>
          <p:cNvPicPr>
            <a:picLocks xmlns:a="http://schemas.openxmlformats.org/drawingml/2006/main" noChangeAspect="1"/>
          </p:cNvPicPr>
          <p:nvPr/>
        </p:nvPicPr>
        <p:blipFill>
          <a:blip xmlns:r="http://schemas.openxmlformats.org/officeDocument/2006/relationships" xmlns:a="http://schemas.openxmlformats.org/drawingml/2006/main" r:embed="Rda835ce517ae46c8"/>
          <a:srcRect xmlns:a="http://schemas.openxmlformats.org/drawingml/2006/main" l="5893" t="0" r="5893" b="0"/>
          <a:stretch xmlns:a="http://schemas.openxmlformats.org/drawingml/2006/main">
            <a:fillRect l="0" t="0" r="0" b="0"/>
          </a:stretch>
        </p:blipFill>
        <p:spPr>
          <a:xfrm xmlns:a="http://schemas.openxmlformats.org/drawingml/2006/main" rot="21600000">
            <a:off x="581660" y="3065780"/>
            <a:ext cx="2382520" cy="1706880"/>
          </a:xfrm>
          <a:prstGeom xmlns:a="http://schemas.openxmlformats.org/drawingml/2006/main" prst="rect">
            <a:avLst/>
          </a:prstGeom>
        </p:spPr>
      </p:pic>
      <p:pic>
        <p:nvPicPr>
          <p:cNvPr id="39" name="图片 7"/>
          <p:cNvPicPr>
            <a:picLocks xmlns:a="http://schemas.openxmlformats.org/drawingml/2006/main" noChangeAspect="1"/>
          </p:cNvPicPr>
          <p:nvPr/>
        </p:nvPicPr>
        <p:blipFill>
          <a:blip xmlns:r="http://schemas.openxmlformats.org/officeDocument/2006/relationships" xmlns:a="http://schemas.openxmlformats.org/drawingml/2006/main" r:embed="R1dd25951094d4eb8"/>
          <a:stretch xmlns:a="http://schemas.openxmlformats.org/drawingml/2006/main">
            <a:fillRect l="0" t="0" r="0" b="0"/>
          </a:stretch>
        </p:blipFill>
        <p:spPr>
          <a:xfrm xmlns:a="http://schemas.openxmlformats.org/drawingml/2006/main">
            <a:off x="3491865" y="3068320"/>
            <a:ext cx="2212340" cy="1704975"/>
          </a:xfrm>
          <a:prstGeom xmlns:a="http://schemas.openxmlformats.org/drawingml/2006/main" prst="rect">
            <a:avLst/>
          </a:prstGeom>
        </p:spPr>
      </p:pic>
      <p:pic>
        <p:nvPicPr>
          <p:cNvPr id="40" name="图片 8"/>
          <p:cNvPicPr>
            <a:picLocks xmlns:a="http://schemas.openxmlformats.org/drawingml/2006/main" noChangeAspect="1"/>
          </p:cNvPicPr>
          <p:nvPr/>
        </p:nvPicPr>
        <p:blipFill>
          <a:blip xmlns:r="http://schemas.openxmlformats.org/officeDocument/2006/relationships" xmlns:a="http://schemas.openxmlformats.org/drawingml/2006/main" r:embed="R5d856b5c06374016"/>
          <a:stretch xmlns:a="http://schemas.openxmlformats.org/drawingml/2006/main">
            <a:fillRect l="0" t="0" r="0" b="0"/>
          </a:stretch>
        </p:blipFill>
        <p:spPr>
          <a:xfrm xmlns:a="http://schemas.openxmlformats.org/drawingml/2006/main">
            <a:off x="6228080" y="3065780"/>
            <a:ext cx="2236470" cy="1706245"/>
          </a:xfrm>
          <a:prstGeom xmlns:a="http://schemas.openxmlformats.org/drawingml/2006/main" prst="rect">
            <a:avLst/>
          </a:prstGeom>
        </p:spPr>
      </p:pic>
    </p:spTree>
    <p:extLst>
      <p:ext uri="{BB962C8B-B14F-4D97-AF65-F5344CB8AC3E}">
        <p14:creationId xmlns:p14="http://schemas.microsoft.com/office/powerpoint/2010/main" val="6013377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EB83C13D-5BFF-481D-87C9-EA6CD7AB4BB0}"/>
              </a:ext>
            </a:extLst>
          </p:cNvPr>
          <p:cNvSpPr>
            <a:spLocks xmlns:a="http://schemas.openxmlformats.org/drawingml/2006/main" noGrp="1"/>
          </p:cNvSpPr>
          <p:nvPr/>
        </p:nvSpPr>
        <p:spPr>
          <a:xfrm xmlns:a="http://schemas.openxmlformats.org/drawingml/2006/main">
            <a:off x="323528" y="51976"/>
            <a:ext cx="2031325" cy="830997"/>
          </a:xfrm>
          <a:prstGeom xmlns:a="http://schemas.openxmlformats.org/drawingml/2006/main" prst="rect">
            <a:avLst/>
          </a:prstGeom>
        </p:spPr>
        <p:txBody>
          <a:bodyPr xmlns:a="http://schemas.openxmlformats.org/drawingml/2006/main" wrap="none">
            <a:spAutoFit/>
          </a:bodyPr>
          <a:lstStyle xmlns:a="http://schemas.openxmlformats.org/drawingml/2006/main"/>
          <a:p xmlns:a="http://schemas.openxmlformats.org/drawingml/2006/main">
            <a:pPr lvl="0" defTabSz="913765">
              <a:buNone/>
            </a:pPr>
            <a:r>
              <a:rPr sz="2400" b="1">
                <a:latin typeface="微软雅黑"/>
                <a:ea typeface="微软雅黑"/>
                <a:cs typeface="微软雅黑"/>
              </a:rPr>
              <a:t>一、阶段进展</a:t>
            </a:r>
            <a:endParaRPr sz="2400" b="1">
              <a:latin typeface="微软雅黑"/>
              <a:ea typeface="微软雅黑"/>
              <a:cs typeface="微软雅黑"/>
            </a:endParaRPr>
          </a:p>
        </p:txBody>
      </p:sp>
      <p:pic>
        <p:nvPicPr>
          <p:cNvPr id="14" name="Picture 2"/>
          <p:cNvPicPr>
            <a:picLocks xmlns:a="http://schemas.openxmlformats.org/drawingml/2006/main" noChangeAspect="1"/>
          </p:cNvPicPr>
          <p:nvPr/>
        </p:nvPicPr>
        <p:blipFill>
          <a:blip xmlns:r="http://schemas.openxmlformats.org/officeDocument/2006/relationships" xmlns:a="http://schemas.openxmlformats.org/drawingml/2006/main" r:embed="R2bdfcf3964d94fe0"/>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10" name="Text Box 4">
            <a:extLst xmlns:a="http://schemas.openxmlformats.org/drawingml/2006/main">
              <a:ext uri="{FF2B5EF4-FFF2-40B4-BE49-F238E27FC236}">
                <a16:creationId xmlns:a16="http://schemas.microsoft.com/office/drawing/2014/main" id="{EADEB808-6213-458A-B0E3-DD43F18837D1}"/>
              </a:ext>
            </a:extLst>
          </p:cNvPr>
          <p:cNvSpPr>
            <a:spLocks xmlns:a="http://schemas.openxmlformats.org/drawingml/2006/main" noGrp="1"/>
          </p:cNvSpPr>
          <p:nvPr/>
        </p:nvSpPr>
        <p:spPr>
          <a:xfrm xmlns:a="http://schemas.openxmlformats.org/drawingml/2006/main">
            <a:off x="2894754" y="68009"/>
            <a:ext cx="3528392" cy="396583"/>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nchor="t">
            <a:spAutoFit/>
          </a:bodyPr>
          <a:lstStyle xmlns:a="http://schemas.openxmlformats.org/drawingml/2006/main"/>
          <a:p xmlns:a="http://schemas.openxmlformats.org/drawingml/2006/main">
            <a:pPr marL="306070" indent="-306070" defTabSz="457200">
              <a:lnSpc>
                <a:spcPct val="120000"/>
              </a:lnSpc>
              <a:spcBef>
                <a:spcPct val="20000"/>
              </a:spcBef>
              <a:spcAft>
                <a:spcPts val="600"/>
              </a:spcAft>
              <a:buClr>
                <a:schemeClr val="tx1"/>
              </a:buClr>
              <a:buSzPct val="92000"/>
              <a:buFont typeface="Wingdings"/>
              <a:buChar char="n"/>
            </a:pPr>
            <a:r>
              <a:rPr b="1">
                <a:latin typeface="+mj-ea"/>
                <a:ea typeface="+mj-ea"/>
                <a:cs typeface="+mj-ea"/>
              </a:rPr>
              <a:t>进展看板</a:t>
            </a:r>
            <a:endParaRPr b="1" kern="100">
              <a:latin typeface="+mj-ea"/>
              <a:ea typeface="+mj-ea"/>
              <a:cs typeface="+mj-ea"/>
            </a:endParaRPr>
          </a:p>
        </p:txBody>
      </p:sp>
      <p:sp>
        <p:nvSpPr>
          <p:cNvPr id="3" name="矩形 2">
            <a:extLst xmlns:a="http://schemas.openxmlformats.org/drawingml/2006/main">
              <a:ext uri="{FF2B5EF4-FFF2-40B4-BE49-F238E27FC236}">
                <a16:creationId xmlns:a16="http://schemas.microsoft.com/office/drawing/2014/main" id="{BF1BE14D-42E4-4568-A76C-495283BE3295}"/>
              </a:ext>
            </a:extLst>
          </p:cNvPr>
          <p:cNvSpPr>
            <a:spLocks xmlns:a="http://schemas.openxmlformats.org/drawingml/2006/main" noGrp="1"/>
          </p:cNvSpPr>
          <p:nvPr/>
        </p:nvSpPr>
        <p:spPr>
          <a:xfrm xmlns:a="http://schemas.openxmlformats.org/drawingml/2006/main">
            <a:off x="339468" y="765672"/>
            <a:ext cx="8465063" cy="1087755"/>
          </a:xfrm>
          <a:prstGeom xmlns:a="http://schemas.openxmlformats.org/drawingml/2006/main" prst="rect">
            <a:avLst/>
          </a:prstGeom>
          <a:ln xmlns:a="http://schemas.openxmlformats.org/drawingml/2006/main">
            <a:solidFill>
              <a:srgbClr val="0070C0"/>
            </a:solidFill>
            <a:prstDash val="lgDash"/>
          </a:l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800"/>
              <a:t>数据基础已建立100份PDF、100张PNG及配套台账与标准答案；模拟样本主要字段综合识别准确率约90%（阶段性口径），尚需以100张工作票统一批量实验确认。</a:t>
            </a:r>
            <a:endParaRPr sz="1600" kern="100">
              <a:latin typeface="微软雅黑"/>
              <a:ea typeface="微软雅黑"/>
              <a:cs typeface="微软雅黑"/>
            </a:endParaRPr>
          </a:p>
        </p:txBody>
      </p:sp>
      <p:graphicFrame>
        <p:nvGraphicFramePr>
          <p:cNvPr id="17" name="表格 3"/>
          <p:cNvGraphicFramePr/>
          <p:nvPr/>
        </p:nvGraphicFramePr>
        <p:xfrm>
          <a:off xmlns:a="http://schemas.openxmlformats.org/drawingml/2006/main" x="248285" y="1995170"/>
          <a:ext xmlns:a="http://schemas.openxmlformats.org/drawingml/2006/main" cx="8717280" cy="2998470"/>
        </p:xfrm>
        <a:graphic xmlns:a="http://schemas.openxmlformats.org/drawingml/2006/main">
          <a:graphicData uri="http://schemas.openxmlformats.org/drawingml/2006/table">
            <a:tbl>
              <a:tblPr>
                <a:tableStyleId>{5C22544A-7EE6-4342-B048-85BDC9FD1C3A}</a:tableStyleId>
              </a:tblPr>
              <a:tblGrid>
                <a:gridCol w="1403350"/>
                <a:gridCol w="1403350"/>
                <a:gridCol w="5910580"/>
              </a:tblGrid>
              <a:tr h="252730">
                <a:tc>
                  <a:txBody>
                    <a:bodyPr/>
                    <a:lstStyle/>
                    <a:p>
                      <a:pPr algn="ctr">
                        <a:spcAft>
                          <a:spcPts val="0"/>
                        </a:spcAft>
                        <a:buNone/>
                      </a:pPr>
                      <a:r>
                        <a:rPr sz="1600">
                          <a:latin typeface="Times New Roman"/>
                          <a:ea typeface="Times New Roman"/>
                          <a:cs typeface="Times New Roman"/>
                        </a:rPr>
                        <a:t>阶段</a:t>
                      </a:r>
                      <a:endParaRPr sz="1600" kern="100">
                        <a:latin typeface="Times New Roman"/>
                        <a:ea typeface="Times New Roman"/>
                        <a:cs typeface="Times New Roman"/>
                      </a:endParaRPr>
                    </a:p>
                  </a:txBody>
                  <a:tcPr marL="68580" marR="68580" marT="0" marB="0" anchor="ctr"/>
                </a:tc>
                <a:tc>
                  <a:txBody>
                    <a:bodyPr/>
                    <a:lstStyle/>
                    <a:p>
                      <a:pPr algn="ctr">
                        <a:spcAft>
                          <a:spcPts val="0"/>
                        </a:spcAft>
                        <a:buNone/>
                      </a:pPr>
                      <a:r>
                        <a:rPr sz="1600">
                          <a:latin typeface="Times New Roman"/>
                          <a:ea typeface="Times New Roman"/>
                          <a:cs typeface="Times New Roman"/>
                        </a:rPr>
                        <a:t>工作方向</a:t>
                      </a:r>
                      <a:endParaRPr sz="1600" kern="100">
                        <a:latin typeface="Times New Roman"/>
                        <a:ea typeface="Times New Roman"/>
                        <a:cs typeface="Times New Roman"/>
                      </a:endParaRPr>
                    </a:p>
                  </a:txBody>
                  <a:tcPr marL="68580" marR="68580" marT="0" marB="0" anchor="ctr"/>
                </a:tc>
                <a:tc>
                  <a:txBody>
                    <a:bodyPr/>
                    <a:lstStyle/>
                    <a:p>
                      <a:pPr algn="ctr">
                        <a:spcAft>
                          <a:spcPts val="0"/>
                        </a:spcAft>
                        <a:buNone/>
                      </a:pPr>
                      <a:r>
                        <a:rPr sz="1600">
                          <a:latin typeface="Times New Roman"/>
                          <a:ea typeface="Times New Roman"/>
                          <a:cs typeface="Times New Roman"/>
                        </a:rPr>
                        <a:t>当前结论</a:t>
                      </a:r>
                      <a:endParaRPr sz="1600" kern="100">
                        <a:latin typeface="Times New Roman"/>
                        <a:ea typeface="Times New Roman"/>
                        <a:cs typeface="Times New Roman"/>
                      </a:endParaRPr>
                    </a:p>
                  </a:txBody>
                  <a:tcPr marL="68580" marR="68580" marT="0" marB="0" anchor="ctr"/>
                </a:tc>
              </a:tr>
              <a:tr h="856615">
                <a:tc>
                  <a:txBody>
                    <a:bodyPr/>
                    <a:lstStyle/>
                    <a:p>
                      <a:pPr algn="ctr">
                        <a:spcAft>
                          <a:spcPts val="0"/>
                        </a:spcAft>
                        <a:buNone/>
                      </a:pPr>
                      <a:r>
                        <a:rPr sz="1600" b="1">
                          <a:latin typeface="Times New Roman"/>
                          <a:ea typeface="Times New Roman"/>
                          <a:cs typeface="Times New Roman"/>
                        </a:rPr>
                        <a:t>已形成基础</a:t>
                      </a:r>
                      <a:endParaRPr sz="1600" b="1" kern="100">
                        <a:latin typeface="Times New Roman"/>
                        <a:ea typeface="Times New Roman"/>
                        <a:cs typeface="Times New Roman"/>
                      </a:endParaRPr>
                    </a:p>
                  </a:txBody>
                  <a:tcPr marL="68580" marR="68580" marT="0" marB="0" anchor="ctr"/>
                </a:tc>
                <a:tc>
                  <a:txBody>
                    <a:bodyPr/>
                    <a:lstStyle/>
                    <a:p>
                      <a:pPr algn="ctr">
                        <a:spcAft>
                          <a:spcPts val="0"/>
                        </a:spcAft>
                        <a:buNone/>
                      </a:pPr>
                      <a:r>
                        <a:rPr sz="1600">
                          <a:latin typeface="Times New Roman"/>
                          <a:ea typeface="Times New Roman"/>
                          <a:cs typeface="Times New Roman"/>
                        </a:rPr>
                        <a:t>总体框架、工作票解析</a:t>
                      </a:r>
                      <a:endParaRPr sz="1600" kern="0">
                        <a:latin typeface="Times New Roman"/>
                        <a:ea typeface="Times New Roman"/>
                        <a:cs typeface="Times New Roman"/>
                      </a:endParaRPr>
                    </a:p>
                  </a:txBody>
                  <a:tcPr marL="68580" marR="68580" marT="0" marB="0" anchor="ctr"/>
                </a:tc>
                <a:tc>
                  <a:txBody>
                    <a:bodyPr/>
                    <a:lstStyle/>
                    <a:p>
                      <a:pPr algn="l">
                        <a:spcAft>
                          <a:spcPts val="0"/>
                        </a:spcAft>
                        <a:buNone/>
                      </a:pPr>
                      <a:r>
                        <a:rPr sz="1600">
                          <a:latin typeface="Times New Roman"/>
                          <a:ea typeface="Times New Roman"/>
                          <a:cs typeface="Times New Roman"/>
                        </a:rPr>
                        <a:t>技术链路贯通；主要字段可结构化；FastAPI / Gradio可演示</a:t>
                      </a:r>
                      <a:endParaRPr sz="1600" kern="100">
                        <a:latin typeface="Times New Roman"/>
                        <a:ea typeface="Times New Roman"/>
                        <a:cs typeface="Times New Roman"/>
                      </a:endParaRPr>
                    </a:p>
                  </a:txBody>
                  <a:tcPr marL="68580" marR="68580" marT="0" marB="0" anchor="ctr"/>
                </a:tc>
              </a:tr>
              <a:tr h="944880">
                <a:tc>
                  <a:txBody>
                    <a:bodyPr/>
                    <a:lstStyle/>
                    <a:p>
                      <a:pPr algn="ctr">
                        <a:spcAft>
                          <a:spcPts val="0"/>
                        </a:spcAft>
                        <a:buNone/>
                      </a:pPr>
                      <a:r>
                        <a:rPr sz="1600" b="1">
                          <a:latin typeface="Times New Roman"/>
                          <a:ea typeface="Times New Roman"/>
                          <a:cs typeface="Times New Roman"/>
                        </a:rPr>
                        <a:t>集成验证中</a:t>
                      </a:r>
                      <a:endParaRPr sz="1600" b="1" kern="100">
                        <a:latin typeface="Times New Roman"/>
                        <a:ea typeface="Times New Roman"/>
                        <a:cs typeface="Times New Roman"/>
                      </a:endParaRPr>
                    </a:p>
                  </a:txBody>
                  <a:tcPr marL="68580" marR="68580" marT="0" marB="0" anchor="ctr"/>
                </a:tc>
                <a:tc>
                  <a:txBody>
                    <a:bodyPr/>
                    <a:lstStyle/>
                    <a:p>
                      <a:pPr algn="ctr">
                        <a:spcAft>
                          <a:spcPts val="0"/>
                        </a:spcAft>
                        <a:buNone/>
                      </a:pPr>
                      <a:r>
                        <a:rPr sz="1600">
                          <a:latin typeface="Times New Roman"/>
                          <a:ea typeface="Times New Roman"/>
                          <a:cs typeface="Times New Roman"/>
                        </a:rPr>
                        <a:t>复杂版式、设备—摄像头关联</a:t>
                      </a:r>
                      <a:endParaRPr sz="1600" kern="100">
                        <a:latin typeface="Times New Roman"/>
                        <a:ea typeface="Times New Roman"/>
                        <a:cs typeface="Times New Roman"/>
                      </a:endParaRPr>
                    </a:p>
                  </a:txBody>
                  <a:tcPr marL="68580" marR="68580" marT="0" marB="0" anchor="ctr"/>
                </a:tc>
                <a:tc>
                  <a:txBody>
                    <a:bodyPr/>
                    <a:lstStyle/>
                    <a:p>
                      <a:pPr algn="l">
                        <a:spcAft>
                          <a:spcPts val="0"/>
                        </a:spcAft>
                        <a:buNone/>
                      </a:pPr>
                      <a:r>
                        <a:rPr sz="1600">
                          <a:latin typeface="Times New Roman"/>
                          <a:ea typeface="Times New Roman"/>
                          <a:cs typeface="Times New Roman"/>
                        </a:rPr>
                        <a:t>已有初步实现；推进主流程集成、平台兼容与批量实验</a:t>
                      </a:r>
                      <a:endParaRPr sz="1600" kern="100">
                        <a:latin typeface="Times New Roman"/>
                        <a:ea typeface="Times New Roman"/>
                        <a:cs typeface="Times New Roman"/>
                      </a:endParaRPr>
                    </a:p>
                  </a:txBody>
                  <a:tcPr marL="68580" marR="68580" marT="0" marB="0" anchor="ctr"/>
                </a:tc>
              </a:tr>
              <a:tr h="944245">
                <a:tc>
                  <a:txBody>
                    <a:bodyPr/>
                    <a:lstStyle/>
                    <a:p>
                      <a:pPr algn="ctr">
                        <a:spcAft>
                          <a:spcPts val="0"/>
                        </a:spcAft>
                        <a:buNone/>
                      </a:pPr>
                      <a:r>
                        <a:rPr sz="1600" b="1">
                          <a:latin typeface="Times New Roman"/>
                          <a:ea typeface="Times New Roman"/>
                          <a:cs typeface="Times New Roman"/>
                        </a:rPr>
                        <a:t>前期储备</a:t>
                      </a:r>
                      <a:endParaRPr sz="1600" b="1" kern="100">
                        <a:latin typeface="Times New Roman"/>
                        <a:ea typeface="Times New Roman"/>
                        <a:cs typeface="Times New Roman"/>
                      </a:endParaRPr>
                    </a:p>
                  </a:txBody>
                  <a:tcPr marL="68580" marR="68580" marT="0" marB="0" anchor="ctr"/>
                </a:tc>
                <a:tc>
                  <a:txBody>
                    <a:bodyPr/>
                    <a:lstStyle/>
                    <a:p>
                      <a:pPr algn="ctr">
                        <a:spcAft>
                          <a:spcPts val="0"/>
                        </a:spcAft>
                        <a:buNone/>
                      </a:pPr>
                      <a:r>
                        <a:rPr sz="1600">
                          <a:latin typeface="Times New Roman"/>
                          <a:ea typeface="Times New Roman"/>
                          <a:cs typeface="Times New Roman"/>
                        </a:rPr>
                        <a:t>课题2 / 课题3共性能力</a:t>
                      </a:r>
                      <a:endParaRPr sz="1600" kern="100">
                        <a:latin typeface="Times New Roman"/>
                        <a:ea typeface="Times New Roman"/>
                        <a:cs typeface="Times New Roman"/>
                      </a:endParaRPr>
                    </a:p>
                  </a:txBody>
                  <a:tcPr marL="68580" marR="68580" marT="0" marB="0" anchor="ctr"/>
                </a:tc>
                <a:tc>
                  <a:txBody>
                    <a:bodyPr/>
                    <a:lstStyle/>
                    <a:p>
                      <a:pPr algn="l">
                        <a:spcAft>
                          <a:spcPts val="0"/>
                        </a:spcAft>
                        <a:buNone/>
                      </a:pPr>
                      <a:r>
                        <a:rPr sz="1600">
                          <a:latin typeface="Times New Roman"/>
                          <a:ea typeface="Times New Roman"/>
                          <a:cs typeface="Times New Roman"/>
                        </a:rPr>
                        <a:t>LLM报告接口、风险识别与远程督查方案已启动</a:t>
                      </a:r>
                      <a:endParaRPr sz="1600" kern="100">
                        <a:latin typeface="Times New Roman"/>
                        <a:ea typeface="Times New Roman"/>
                        <a:cs typeface="Times New Roman"/>
                      </a:endParaRPr>
                    </a:p>
                  </a:txBody>
                  <a:tcPr marL="68580" marR="68580" marT="0" marB="0" anchor="ctr"/>
                </a:tc>
              </a:tr>
            </a:tbl>
          </a:graphicData>
        </a:graphic>
      </p:graphicFrame>
    </p:spTree>
    <p:extLst>
      <p:ext uri="{BB962C8B-B14F-4D97-AF65-F5344CB8AC3E}">
        <p14:creationId xmlns:p14="http://schemas.microsoft.com/office/powerpoint/2010/main" val="92050704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Text Box 4">
            <a:extLst xmlns:a="http://schemas.openxmlformats.org/drawingml/2006/main">
              <a:ext uri="{FF2B5EF4-FFF2-40B4-BE49-F238E27FC236}">
                <a16:creationId xmlns:a16="http://schemas.microsoft.com/office/drawing/2014/main" id="{44FEE6DF-2B6C-42E0-8644-8CE907CDC500}"/>
              </a:ext>
            </a:extLst>
          </p:cNvPr>
          <p:cNvSpPr>
            <a:spLocks xmlns:a="http://schemas.openxmlformats.org/drawingml/2006/main" noGrp="1"/>
          </p:cNvSpPr>
          <p:nvPr/>
        </p:nvSpPr>
        <p:spPr>
          <a:xfrm xmlns:a="http://schemas.openxmlformats.org/drawingml/2006/main">
            <a:off x="538917" y="627650"/>
            <a:ext cx="8064896" cy="460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nchor="t">
            <a:spAutoFit/>
          </a:bodyPr>
          <a:lstStyle xmlns:a="http://schemas.openxmlformats.org/drawingml/2006/main"/>
          <a:p xmlns:a="http://schemas.openxmlformats.org/drawingml/2006/main">
            <a:pPr marL="306070" indent="-306070" defTabSz="457200">
              <a:lnSpc>
                <a:spcPct val="120000"/>
              </a:lnSpc>
              <a:spcBef>
                <a:spcPct val="20000"/>
              </a:spcBef>
              <a:spcAft>
                <a:spcPts val="600"/>
              </a:spcAft>
              <a:buClr>
                <a:schemeClr val="tx1"/>
              </a:buClr>
              <a:buSzPct val="92000"/>
              <a:buFont typeface="Wingdings"/>
              <a:buChar char="n"/>
            </a:pPr>
            <a:r>
              <a:rPr sz="2000" b="1">
                <a:latin typeface="+mj-ea"/>
                <a:ea typeface="+mj-ea"/>
                <a:cs typeface="+mj-ea"/>
              </a:rPr>
              <a:t>当前能力已对应解决三类关键问题</a:t>
            </a:r>
            <a:endParaRPr sz="2000" b="1" kern="100">
              <a:latin typeface="+mj-ea"/>
              <a:ea typeface="+mj-ea"/>
              <a:cs typeface="+mj-ea"/>
            </a:endParaRPr>
          </a:p>
        </p:txBody>
      </p:sp>
      <p:sp>
        <p:nvSpPr>
          <p:cNvPr id="6" name="Rectangle 163">
            <a:extLst xmlns:a="http://schemas.openxmlformats.org/drawingml/2006/main">
              <a:ext uri="{FF2B5EF4-FFF2-40B4-BE49-F238E27FC236}">
                <a16:creationId xmlns:a16="http://schemas.microsoft.com/office/drawing/2014/main" id="{E6FB760E-BB71-4DD0-9C95-ACB1A5A045F2}"/>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sz="1800"/>
          </a:p>
        </p:txBody>
      </p:sp>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9946aade503645f7"/>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8" name="矩形 7">
            <a:extLst xmlns:a="http://schemas.openxmlformats.org/drawingml/2006/main">
              <a:ext uri="{FF2B5EF4-FFF2-40B4-BE49-F238E27FC236}">
                <a16:creationId xmlns:a16="http://schemas.microsoft.com/office/drawing/2014/main" id="{A120AEDD-074B-4D3A-9BEA-F0AB637CDF53}"/>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a:spAutoFit/>
          </a:bodyPr>
          <a:lstStyle xmlns:a="http://schemas.openxmlformats.org/drawingml/2006/main"/>
          <a:p xmlns:a="http://schemas.openxmlformats.org/drawingml/2006/main">
            <a:pPr lvl="0" defTabSz="913765">
              <a:buNone/>
            </a:pPr>
            <a:r>
              <a:rPr sz="2400" b="1">
                <a:latin typeface="微软雅黑"/>
                <a:ea typeface="微软雅黑"/>
                <a:cs typeface="微软雅黑"/>
              </a:rPr>
              <a:t>二、技术与成果</a:t>
            </a:r>
            <a:endParaRPr sz="2400" b="1">
              <a:latin typeface="微软雅黑"/>
              <a:ea typeface="微软雅黑"/>
              <a:cs typeface="微软雅黑"/>
            </a:endParaRPr>
          </a:p>
        </p:txBody>
      </p:sp>
      <p:sp>
        <p:nvSpPr>
          <p:cNvPr id="4" name="文本框 3">
            <a:extLst xmlns:a="http://schemas.openxmlformats.org/drawingml/2006/main">
              <a:ext uri="{FF2B5EF4-FFF2-40B4-BE49-F238E27FC236}">
                <a16:creationId xmlns:a16="http://schemas.microsoft.com/office/drawing/2014/main" id="{08577746-A2AF-4859-B8FC-2D95C30A08D1}"/>
              </a:ext>
            </a:extLst>
          </p:cNvPr>
          <p:cNvSpPr>
            <a:spLocks xmlns:a="http://schemas.openxmlformats.org/drawingml/2006/main" noGrp="1"/>
          </p:cNvSpPr>
          <p:nvPr/>
        </p:nvSpPr>
        <p:spPr>
          <a:xfrm xmlns:a="http://schemas.openxmlformats.org/drawingml/2006/main">
            <a:off x="323215" y="1131570"/>
            <a:ext cx="8369935" cy="3671570"/>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marL="285750" indent="-285750">
              <a:lnSpc>
                <a:spcPct val="150000"/>
              </a:lnSpc>
              <a:spcAft>
                <a:spcPts val="1000"/>
              </a:spcAft>
              <a:buFont typeface="Wingdings"/>
              <a:buChar char="Ø"/>
            </a:pPr>
            <a:r>
              <a:rPr sz="1600">
                <a:latin typeface="微软雅黑"/>
                <a:ea typeface="微软雅黑"/>
                <a:cs typeface="微软雅黑"/>
              </a:rPr>
              <a:t>1. 非结构化票面 → 标准字段｜版面分析、OCR、规则与NER协同，降低人工录入成本。</a:t>
            </a:r>
            <a:endParaRPr sz="1600">
              <a:latin typeface="微软雅黑"/>
              <a:ea typeface="微软雅黑"/>
              <a:cs typeface="微软雅黑"/>
            </a:endParaRPr>
          </a:p>
          <a:p xmlns:a="http://schemas.openxmlformats.org/drawingml/2006/main">
            <a:pPr marL="285750" indent="-285750">
              <a:lnSpc>
                <a:spcPct val="150000"/>
              </a:lnSpc>
              <a:spcAft>
                <a:spcPts val="1000"/>
              </a:spcAft>
              <a:buFont typeface="Wingdings"/>
              <a:buChar char="Ø"/>
            </a:pPr>
            <a:r>
              <a:rPr sz="1600">
                <a:latin typeface="微软雅黑"/>
                <a:ea typeface="微软雅黑"/>
                <a:cs typeface="微软雅黑"/>
              </a:rPr>
              <a:t>2. 票证与现场脱节 → 资源映射｜设备标准化与Neo4j建模，关联票、设备、地点和摄像头。</a:t>
            </a:r>
            <a:endParaRPr sz="1600">
              <a:latin typeface="微软雅黑"/>
              <a:ea typeface="微软雅黑"/>
              <a:cs typeface="微软雅黑"/>
            </a:endParaRPr>
          </a:p>
          <a:p xmlns:a="http://schemas.openxmlformats.org/drawingml/2006/main">
            <a:pPr marL="285750" indent="-285750">
              <a:lnSpc>
                <a:spcPct val="150000"/>
              </a:lnSpc>
              <a:spcAft>
                <a:spcPts val="1000"/>
              </a:spcAft>
              <a:buFont typeface="Wingdings"/>
              <a:buChar char="Ø"/>
            </a:pPr>
            <a:r>
              <a:rPr sz="1600">
                <a:latin typeface="微软雅黑"/>
                <a:ea typeface="微软雅黑"/>
                <a:cs typeface="微软雅黑"/>
              </a:rPr>
              <a:t>3. 多源信息割裂 → 服务闭环｜统一API与演示入口，承接预警、视频查询和远程督查。</a:t>
            </a:r>
            <a:endParaRPr sz="1600">
              <a:latin typeface="微软雅黑"/>
              <a:ea typeface="微软雅黑"/>
              <a:cs typeface="微软雅黑"/>
            </a:endParaRPr>
          </a:p>
        </p:txBody>
      </p:sp>
    </p:spTree>
    <p:extLst>
      <p:ext uri="{BB962C8B-B14F-4D97-AF65-F5344CB8AC3E}">
        <p14:creationId xmlns:p14="http://schemas.microsoft.com/office/powerpoint/2010/main" val="117965422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Rectangle 163">
            <a:extLst xmlns:a="http://schemas.openxmlformats.org/drawingml/2006/main">
              <a:ext uri="{FF2B5EF4-FFF2-40B4-BE49-F238E27FC236}">
                <a16:creationId xmlns:a16="http://schemas.microsoft.com/office/drawing/2014/main" id="{2E7AFF3D-C238-4DEA-A7EB-2D0466951E82}"/>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a:p>
        </p:txBody>
      </p:sp>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dbaa53e0eb16456b"/>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8" name="矩形 7">
            <a:extLst xmlns:a="http://schemas.openxmlformats.org/drawingml/2006/main">
              <a:ext uri="{FF2B5EF4-FFF2-40B4-BE49-F238E27FC236}">
                <a16:creationId xmlns:a16="http://schemas.microsoft.com/office/drawing/2014/main" id="{28142A28-3256-4B08-AE79-F947ACFEC7E9}"/>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a:spAutoFit/>
          </a:bodyPr>
          <a:lstStyle xmlns:a="http://schemas.openxmlformats.org/drawingml/2006/main"/>
          <a:p xmlns:a="http://schemas.openxmlformats.org/drawingml/2006/main">
            <a:pPr lvl="0" defTabSz="913765">
              <a:buNone/>
            </a:pPr>
            <a:r>
              <a:rPr sz="2400" b="1">
                <a:latin typeface="微软雅黑"/>
                <a:ea typeface="微软雅黑"/>
                <a:cs typeface="微软雅黑"/>
              </a:rPr>
              <a:t>三、下一步计划</a:t>
            </a:r>
            <a:endParaRPr sz="2400" b="1">
              <a:latin typeface="微软雅黑"/>
              <a:ea typeface="微软雅黑"/>
              <a:cs typeface="微软雅黑"/>
            </a:endParaRPr>
          </a:p>
        </p:txBody>
      </p:sp>
      <p:graphicFrame>
        <p:nvGraphicFramePr>
          <p:cNvPr id="14" name="表格 3"/>
          <p:cNvGraphicFramePr/>
          <p:nvPr/>
        </p:nvGraphicFramePr>
        <p:xfrm>
          <a:off xmlns:a="http://schemas.openxmlformats.org/drawingml/2006/main" x="467415" y="843302"/>
          <a:ext xmlns:a="http://schemas.openxmlformats.org/drawingml/2006/main" cx="8208000" cy="3704263"/>
        </p:xfrm>
        <a:graphic xmlns:a="http://schemas.openxmlformats.org/drawingml/2006/main">
          <a:graphicData uri="http://schemas.openxmlformats.org/drawingml/2006/table">
            <a:tbl>
              <a:tblPr>
                <a:tableStyleId>{5C22544A-7EE6-4342-B048-85BDC9FD1C3A}</a:tableStyleId>
              </a:tblPr>
              <a:tblGrid>
                <a:gridCol w="1188000"/>
                <a:gridCol w="1872000"/>
                <a:gridCol w="2268000"/>
                <a:gridCol w="2880000"/>
              </a:tblGrid>
              <a:tr h="346784">
                <a:tc>
                  <a:txBody>
                    <a:bodyPr/>
                    <a:lstStyle/>
                    <a:p>
                      <a:pPr algn="ctr">
                        <a:lnSpc>
                          <a:spcPct val="100000"/>
                        </a:lnSpc>
                        <a:buNone/>
                      </a:pPr>
                      <a:r>
                        <a:rPr sz="1600" u="none">
                          <a:latin typeface="+mj-ea"/>
                          <a:ea typeface="+mj-ea"/>
                          <a:cs typeface="+mj-ea"/>
                        </a:rPr>
                        <a:t>时间</a:t>
                      </a:r>
                      <a:endParaRPr sz="1600" b="0" i="0" u="none">
                        <a:solidFill>
                          <a:srgbClr val="000000"/>
                        </a:solidFill>
                        <a:latin typeface="+mj-ea"/>
                        <a:ea typeface="+mj-ea"/>
                        <a:cs typeface="+mj-ea"/>
                      </a:endParaRPr>
                    </a:p>
                  </a:txBody>
                  <a:tcPr marL="8653" marR="8653" marT="8653" marB="0" anchor="ctr">
                    <a:solidFill>
                      <a:schemeClr val="accent1">
                        <a:lumMod val="60000"/>
                        <a:lumOff val="40000"/>
                      </a:schemeClr>
                    </a:solidFill>
                  </a:tcPr>
                </a:tc>
                <a:tc>
                  <a:txBody>
                    <a:bodyPr/>
                    <a:lstStyle/>
                    <a:p>
                      <a:pPr algn="ctr">
                        <a:lnSpc>
                          <a:spcPct val="100000"/>
                        </a:lnSpc>
                        <a:buNone/>
                      </a:pPr>
                      <a:r>
                        <a:rPr sz="1600" b="0" i="0" u="none">
                          <a:solidFill>
                            <a:srgbClr val="000000"/>
                          </a:solidFill>
                          <a:latin typeface="+mj-ea"/>
                          <a:ea typeface="+mj-ea"/>
                          <a:cs typeface="+mj-ea"/>
                        </a:rPr>
                        <a:t>重点任务</a:t>
                      </a:r>
                      <a:endParaRPr sz="1600" b="0" i="0" u="none">
                        <a:solidFill>
                          <a:srgbClr val="000000"/>
                        </a:solidFill>
                        <a:latin typeface="+mj-ea"/>
                        <a:ea typeface="+mj-ea"/>
                        <a:cs typeface="+mj-ea"/>
                      </a:endParaRPr>
                    </a:p>
                  </a:txBody>
                  <a:tcPr marL="8653" marR="8653" marT="8653" marB="0" anchor="ctr">
                    <a:solidFill>
                      <a:schemeClr val="accent1">
                        <a:lumMod val="60000"/>
                        <a:lumOff val="40000"/>
                      </a:schemeClr>
                    </a:solidFill>
                  </a:tcPr>
                </a:tc>
                <a:tc>
                  <a:txBody>
                    <a:bodyPr/>
                    <a:lstStyle/>
                    <a:p>
                      <a:pPr algn="ctr">
                        <a:lnSpc>
                          <a:spcPct val="100000"/>
                        </a:lnSpc>
                        <a:buNone/>
                      </a:pPr>
                      <a:r>
                        <a:rPr sz="1600" u="none">
                          <a:latin typeface="+mj-ea"/>
                          <a:ea typeface="+mj-ea"/>
                          <a:cs typeface="+mj-ea"/>
                        </a:rPr>
                        <a:t>工作内容</a:t>
                      </a:r>
                      <a:endParaRPr sz="1600" b="0" i="0" u="none">
                        <a:solidFill>
                          <a:srgbClr val="000000"/>
                        </a:solidFill>
                        <a:latin typeface="+mj-ea"/>
                        <a:ea typeface="+mj-ea"/>
                        <a:cs typeface="+mj-ea"/>
                      </a:endParaRPr>
                    </a:p>
                  </a:txBody>
                  <a:tcPr marL="8653" marR="8653" marT="8653" marB="0" anchor="ctr">
                    <a:solidFill>
                      <a:schemeClr val="accent1">
                        <a:lumMod val="60000"/>
                        <a:lumOff val="40000"/>
                      </a:schemeClr>
                    </a:solidFill>
                  </a:tcPr>
                </a:tc>
                <a:tc>
                  <a:txBody>
                    <a:bodyPr/>
                    <a:lstStyle/>
                    <a:p>
                      <a:pPr algn="ctr">
                        <a:lnSpc>
                          <a:spcPct val="100000"/>
                        </a:lnSpc>
                        <a:buNone/>
                      </a:pPr>
                      <a:r>
                        <a:rPr sz="1600" u="none">
                          <a:latin typeface="+mj-ea"/>
                          <a:ea typeface="+mj-ea"/>
                          <a:cs typeface="+mj-ea"/>
                        </a:rPr>
                        <a:t>输出 / 判断标准</a:t>
                      </a:r>
                      <a:endParaRPr sz="1600" b="0" i="0" u="none">
                        <a:solidFill>
                          <a:srgbClr val="000000"/>
                        </a:solidFill>
                        <a:latin typeface="+mj-ea"/>
                        <a:ea typeface="+mj-ea"/>
                        <a:cs typeface="+mj-ea"/>
                      </a:endParaRPr>
                    </a:p>
                  </a:txBody>
                  <a:tcPr marL="8653" marR="8653" marT="8653" marB="0" anchor="ctr">
                    <a:solidFill>
                      <a:schemeClr val="accent1">
                        <a:lumMod val="60000"/>
                        <a:lumOff val="40000"/>
                      </a:schemeClr>
                    </a:solidFill>
                  </a:tcPr>
                </a:tc>
              </a:tr>
              <a:tr h="993737">
                <a:tc>
                  <a:txBody>
                    <a:bodyPr/>
                    <a:lstStyle/>
                    <a:p>
                      <a:pPr algn="ctr">
                        <a:lnSpc>
                          <a:spcPct val="100000"/>
                        </a:lnSpc>
                        <a:spcBef>
                          <a:spcPts val="0"/>
                        </a:spcBef>
                        <a:spcAft>
                          <a:spcPts val="0"/>
                        </a:spcAft>
                        <a:buNone/>
                      </a:pPr>
                      <a:r>
                        <a:rPr sz="1350" u="none">
                          <a:latin typeface="+mj-ea"/>
                          <a:ea typeface="+mj-ea"/>
                          <a:cs typeface="+mj-ea"/>
                        </a:rPr>
                        <a:t>2026年8月</a:t>
                      </a:r>
                      <a:endParaRPr sz="1350" b="0" i="0" u="none">
                        <a:solidFill>
                          <a:srgbClr val="000000"/>
                        </a:solidFill>
                        <a:latin typeface="+mj-ea"/>
                        <a:ea typeface="+mj-ea"/>
                        <a:cs typeface="+mj-ea"/>
                      </a:endParaRPr>
                    </a:p>
                  </a:txBody>
                  <a:tcPr marL="8653" marR="8653" marT="8653" marB="0" anchor="ctr">
                    <a:solidFill>
                      <a:schemeClr val="accent1">
                        <a:lumMod val="40000"/>
                        <a:lumOff val="60000"/>
                      </a:schemeClr>
                    </a:solidFill>
                  </a:tcPr>
                </a:tc>
                <a:tc rowSpan="2">
                  <a:txBody>
                    <a:bodyPr/>
                    <a:lstStyle/>
                    <a:p>
                      <a:pPr algn="ctr">
                        <a:lnSpc>
                          <a:spcPct val="100000"/>
                        </a:lnSpc>
                        <a:spcBef>
                          <a:spcPts val="0"/>
                        </a:spcBef>
                        <a:spcAft>
                          <a:spcPts val="0"/>
                        </a:spcAft>
                        <a:buNone/>
                      </a:pPr>
                      <a:r>
                        <a:rPr sz="1350">
                          <a:solidFill>
                            <a:schemeClr val="dk1"/>
                          </a:solidFill>
                          <a:latin typeface="+mn-lt"/>
                          <a:ea typeface="+mn-lt"/>
                          <a:cs typeface="+mn-lt"/>
                        </a:rPr>
                        <a:t>数据集建设</a:t>
                      </a:r>
                      <a:endParaRPr sz="1350" kern="1200">
                        <a:solidFill>
                          <a:schemeClr val="dk1"/>
                        </a:solidFill>
                        <a:latin typeface="+mn-lt"/>
                        <a:ea typeface="+mn-lt"/>
                        <a:cs typeface="+mn-lt"/>
                      </a:endParaRPr>
                    </a:p>
                  </a:txBody>
                  <a:tcPr marL="8653" marR="8653" marT="8653" marB="0" anchor="ctr">
                    <a:solidFill>
                      <a:schemeClr val="accent1">
                        <a:lumMod val="40000"/>
                        <a:lumOff val="60000"/>
                      </a:schemeClr>
                    </a:solidFill>
                  </a:tcPr>
                </a:tc>
                <a:tc>
                  <a:txBody>
                    <a:bodyPr/>
                    <a:lstStyle/>
                    <a:p>
                      <a:pPr algn="ctr">
                        <a:lnSpc>
                          <a:spcPct val="100000"/>
                        </a:lnSpc>
                        <a:spcBef>
                          <a:spcPts val="0"/>
                        </a:spcBef>
                        <a:spcAft>
                          <a:spcPts val="0"/>
                        </a:spcAft>
                        <a:buNone/>
                      </a:pPr>
                      <a:r>
                        <a:rPr sz="1350" b="0" i="0" u="none">
                          <a:solidFill>
                            <a:srgbClr val="000000"/>
                          </a:solidFill>
                          <a:latin typeface="+mj-ea"/>
                          <a:ea typeface="+mj-ea"/>
                          <a:cs typeface="+mj-ea"/>
                        </a:rPr>
                        <a:t>制作采集表，启动现场数据采集与清洗</a:t>
                      </a:r>
                      <a:endParaRPr sz="1350" b="0" i="0" u="none">
                        <a:solidFill>
                          <a:srgbClr val="000000"/>
                        </a:solidFill>
                        <a:latin typeface="+mj-ea"/>
                        <a:ea typeface="+mj-ea"/>
                        <a:cs typeface="+mj-ea"/>
                      </a:endParaRPr>
                    </a:p>
                  </a:txBody>
                  <a:tcPr marL="9525" marR="9525" marT="9525" marB="0" anchor="ctr"/>
                </a:tc>
                <a:tc>
                  <a:txBody>
                    <a:bodyPr/>
                    <a:lstStyle/>
                    <a:p>
                      <a:pPr algn="ctr">
                        <a:lnSpc>
                          <a:spcPct val="100000"/>
                        </a:lnSpc>
                        <a:spcBef>
                          <a:spcPts val="0"/>
                        </a:spcBef>
                        <a:spcAft>
                          <a:spcPts val="0"/>
                        </a:spcAft>
                        <a:buNone/>
                      </a:pPr>
                      <a:r>
                        <a:rPr sz="1350" u="none">
                          <a:solidFill>
                            <a:schemeClr val="dk1"/>
                          </a:solidFill>
                          <a:latin typeface="+mj-ea"/>
                          <a:ea typeface="+mj-ea"/>
                          <a:cs typeface="+mj-ea"/>
                        </a:rPr>
                        <a:t>形成可用现场数据集</a:t>
                      </a:r>
                      <a:endParaRPr sz="1350" u="none" kern="1200">
                        <a:solidFill>
                          <a:schemeClr val="dk1"/>
                        </a:solidFill>
                        <a:latin typeface="+mj-ea"/>
                        <a:ea typeface="+mj-ea"/>
                        <a:cs typeface="+mj-ea"/>
                      </a:endParaRPr>
                    </a:p>
                  </a:txBody>
                  <a:tcPr marL="9525" marR="9525" marT="9525" marB="0" anchor="ctr"/>
                </a:tc>
              </a:tr>
              <a:tr h="644080">
                <a:tc>
                  <a:txBody>
                    <a:bodyPr/>
                    <a:lstStyle/>
                    <a:p>
                      <a:pPr algn="ctr">
                        <a:lnSpc>
                          <a:spcPct val="100000"/>
                        </a:lnSpc>
                        <a:spcBef>
                          <a:spcPts val="0"/>
                        </a:spcBef>
                        <a:spcAft>
                          <a:spcPts val="0"/>
                        </a:spcAft>
                        <a:buNone/>
                      </a:pPr>
                      <a:r>
                        <a:rPr sz="1350">
                          <a:latin typeface="+mj-ea"/>
                          <a:ea typeface="+mj-ea"/>
                          <a:cs typeface="+mj-ea"/>
                        </a:rPr>
                        <a:t>2026年8月</a:t>
                      </a:r>
                      <a:endParaRPr sz="1350" b="0" i="0" u="none">
                        <a:solidFill>
                          <a:srgbClr val="000000"/>
                        </a:solidFill>
                        <a:latin typeface="+mj-ea"/>
                        <a:ea typeface="+mj-ea"/>
                        <a:cs typeface="+mj-ea"/>
                      </a:endParaRPr>
                    </a:p>
                  </a:txBody>
                  <a:tcPr marL="8653" marR="8653" marT="8653" marB="0" anchor="ctr">
                    <a:solidFill>
                      <a:schemeClr val="accent1">
                        <a:lumMod val="40000"/>
                        <a:lumOff val="60000"/>
                      </a:schemeClr>
                    </a:solidFill>
                  </a:tcPr>
                </a:tc>
                <a:tc vMerge="1">
                  <a:txBody>
                    <a:bodyPr/>
                    <a:lstStyle/>
                    <a:p>
                      <a:pPr>
                        <a:buNone/>
                      </a:pPr>
                      <a:r>
                        <a:t>数据集建设</a:t>
                      </a:r>
                    </a:p>
                  </a:txBody>
                  <a:tcPr marL="8653" marR="8653" marT="8653" marB="0" anchor="ctr">
                    <a:solidFill>
                      <a:schemeClr val="accent1">
                        <a:lumMod val="40000"/>
                        <a:lumOff val="60000"/>
                      </a:schemeClr>
                    </a:solidFill>
                  </a:tcPr>
                </a:tc>
                <a:tc>
                  <a:txBody>
                    <a:bodyPr/>
                    <a:lstStyle/>
                    <a:p>
                      <a:pPr algn="ctr">
                        <a:lnSpc>
                          <a:spcPct val="100000"/>
                        </a:lnSpc>
                        <a:spcBef>
                          <a:spcPts val="0"/>
                        </a:spcBef>
                        <a:spcAft>
                          <a:spcPts val="0"/>
                        </a:spcAft>
                        <a:buNone/>
                      </a:pPr>
                      <a:r>
                        <a:rPr sz="1350">
                          <a:solidFill>
                            <a:schemeClr val="dk1"/>
                          </a:solidFill>
                          <a:latin typeface="+mj-ea"/>
                          <a:ea typeface="+mj-ea"/>
                          <a:cs typeface="+mj-ea"/>
                        </a:rPr>
                        <a:t>建设工作票—视频关联实验集，优化课题1技术路线</a:t>
                      </a:r>
                      <a:endParaRPr sz="1350" u="none" kern="1200">
                        <a:solidFill>
                          <a:schemeClr val="dk1"/>
                        </a:solidFill>
                        <a:latin typeface="+mj-ea"/>
                        <a:ea typeface="+mj-ea"/>
                        <a:cs typeface="+mj-ea"/>
                      </a:endParaRPr>
                    </a:p>
                  </a:txBody>
                  <a:tcPr marL="9525" marR="9525" marT="9525" marB="0" anchor="ctr"/>
                </a:tc>
                <a:tc>
                  <a:txBody>
                    <a:bodyPr/>
                    <a:lstStyle/>
                    <a:p>
                      <a:pPr algn="ctr">
                        <a:lnSpc>
                          <a:spcPct val="100000"/>
                        </a:lnSpc>
                        <a:spcBef>
                          <a:spcPts val="0"/>
                        </a:spcBef>
                        <a:spcAft>
                          <a:spcPts val="0"/>
                        </a:spcAft>
                        <a:buNone/>
                      </a:pPr>
                      <a:r>
                        <a:rPr sz="1350" u="none">
                          <a:solidFill>
                            <a:schemeClr val="dk1"/>
                          </a:solidFill>
                          <a:latin typeface="+mj-ea"/>
                          <a:ea typeface="+mj-ea"/>
                          <a:cs typeface="+mj-ea"/>
                        </a:rPr>
                        <a:t>样本、设备和摄像头可匹配</a:t>
                      </a:r>
                      <a:endParaRPr sz="1350" u="none" kern="1200">
                        <a:solidFill>
                          <a:schemeClr val="dk1"/>
                        </a:solidFill>
                        <a:latin typeface="+mj-ea"/>
                        <a:ea typeface="+mj-ea"/>
                        <a:cs typeface="+mj-ea"/>
                      </a:endParaRPr>
                    </a:p>
                  </a:txBody>
                  <a:tcPr marL="9525" marR="9525" marT="9525" marB="0" anchor="ctr"/>
                </a:tc>
              </a:tr>
              <a:tr h="969308">
                <a:tc>
                  <a:txBody>
                    <a:bodyPr/>
                    <a:lstStyle/>
                    <a:p>
                      <a:pPr algn="ctr">
                        <a:lnSpc>
                          <a:spcPct val="100000"/>
                        </a:lnSpc>
                        <a:spcBef>
                          <a:spcPts val="0"/>
                        </a:spcBef>
                        <a:spcAft>
                          <a:spcPts val="0"/>
                        </a:spcAft>
                        <a:buNone/>
                      </a:pPr>
                      <a:r>
                        <a:rPr sz="1350">
                          <a:solidFill>
                            <a:schemeClr val="dk1"/>
                          </a:solidFill>
                          <a:latin typeface="+mj-ea"/>
                          <a:ea typeface="+mj-ea"/>
                          <a:cs typeface="+mj-ea"/>
                        </a:rPr>
                        <a:t>2026年8月</a:t>
                      </a:r>
                      <a:endParaRPr sz="1350" kern="1200">
                        <a:solidFill>
                          <a:schemeClr val="dk1"/>
                        </a:solidFill>
                        <a:latin typeface="+mj-ea"/>
                        <a:ea typeface="+mj-ea"/>
                        <a:cs typeface="+mj-ea"/>
                      </a:endParaRPr>
                    </a:p>
                  </a:txBody>
                  <a:tcPr marL="8653" marR="8653" marT="8653" marB="0" anchor="ctr">
                    <a:solidFill>
                      <a:schemeClr val="accent1">
                        <a:lumMod val="40000"/>
                        <a:lumOff val="60000"/>
                      </a:schemeClr>
                    </a:solidFill>
                  </a:tcPr>
                </a:tc>
                <a:tc rowSpan="2">
                  <a:txBody>
                    <a:bodyPr/>
                    <a:lstStyle/>
                    <a:p>
                      <a:pPr marL="0" marR="0" lvl="0" indent="0" algn="ctr" defTabSz="685800">
                        <a:lnSpc>
                          <a:spcPct val="100000"/>
                        </a:lnSpc>
                        <a:spcBef>
                          <a:spcPts val="0"/>
                        </a:spcBef>
                        <a:spcAft>
                          <a:spcPts val="0"/>
                        </a:spcAft>
                        <a:buClrTx/>
                        <a:buSzTx/>
                        <a:buFontTx/>
                        <a:buNone/>
                      </a:pPr>
                      <a:r>
                        <a:rPr sz="1350">
                          <a:solidFill>
                            <a:schemeClr val="dk1"/>
                          </a:solidFill>
                          <a:latin typeface="+mn-lt"/>
                          <a:ea typeface="+mn-lt"/>
                          <a:cs typeface="+mn-lt"/>
                        </a:rPr>
                        <a:t>验证与成果</a:t>
                      </a:r>
                      <a:endParaRPr sz="1350" kern="1200">
                        <a:solidFill>
                          <a:schemeClr val="dk1"/>
                        </a:solidFill>
                        <a:latin typeface="+mn-lt"/>
                        <a:ea typeface="+mn-lt"/>
                        <a:cs typeface="+mn-lt"/>
                      </a:endParaRPr>
                    </a:p>
                  </a:txBody>
                  <a:tcPr marL="8653" marR="8653" marT="8653" marB="0" anchor="ctr">
                    <a:solidFill>
                      <a:schemeClr val="accent1">
                        <a:lumMod val="40000"/>
                        <a:lumOff val="60000"/>
                      </a:schemeClr>
                    </a:solidFill>
                  </a:tcPr>
                </a:tc>
                <a:tc>
                  <a:txBody>
                    <a:bodyPr/>
                    <a:lstStyle/>
                    <a:p>
                      <a:pPr algn="ctr">
                        <a:lnSpc>
                          <a:spcPct val="100000"/>
                        </a:lnSpc>
                        <a:spcBef>
                          <a:spcPts val="0"/>
                        </a:spcBef>
                        <a:spcAft>
                          <a:spcPts val="0"/>
                        </a:spcAft>
                        <a:buNone/>
                      </a:pPr>
                      <a:r>
                        <a:rPr sz="1350">
                          <a:latin typeface="+mj-ea"/>
                          <a:ea typeface="+mj-ea"/>
                          <a:cs typeface="+mj-ea"/>
                        </a:rPr>
                        <a:t>单票输出字段、设备编码、关联摄像头与视频查询</a:t>
                      </a:r>
                      <a:endParaRPr sz="1350" kern="100">
                        <a:latin typeface="+mj-ea"/>
                        <a:ea typeface="+mj-ea"/>
                        <a:cs typeface="+mj-ea"/>
                      </a:endParaRPr>
                    </a:p>
                  </a:txBody>
                  <a:tcPr marL="68580" marR="68580" marT="0" marB="0" anchor="ctr"/>
                </a:tc>
                <a:tc>
                  <a:txBody>
                    <a:bodyPr/>
                    <a:lstStyle/>
                    <a:p>
                      <a:pPr algn="ctr">
                        <a:lnSpc>
                          <a:spcPct val="100000"/>
                        </a:lnSpc>
                        <a:spcBef>
                          <a:spcPts val="0"/>
                        </a:spcBef>
                        <a:spcAft>
                          <a:spcPts val="0"/>
                        </a:spcAft>
                        <a:buNone/>
                      </a:pPr>
                      <a:r>
                        <a:rPr sz="1350">
                          <a:latin typeface="+mj-ea"/>
                          <a:ea typeface="+mj-ea"/>
                          <a:cs typeface="+mj-ea"/>
                        </a:rPr>
                        <a:t>形成完整结构化结果</a:t>
                      </a:r>
                      <a:endParaRPr sz="1350" kern="100">
                        <a:latin typeface="+mj-ea"/>
                        <a:ea typeface="+mj-ea"/>
                        <a:cs typeface="+mj-ea"/>
                      </a:endParaRPr>
                    </a:p>
                  </a:txBody>
                  <a:tcPr marL="68580" marR="68580" marT="0" marB="0" anchor="ctr"/>
                </a:tc>
              </a:tr>
              <a:tr h="750354">
                <a:tc>
                  <a:txBody>
                    <a:bodyPr/>
                    <a:lstStyle/>
                    <a:p>
                      <a:pPr algn="ctr">
                        <a:lnSpc>
                          <a:spcPct val="100000"/>
                        </a:lnSpc>
                        <a:spcBef>
                          <a:spcPts val="0"/>
                        </a:spcBef>
                        <a:spcAft>
                          <a:spcPts val="0"/>
                        </a:spcAft>
                        <a:buNone/>
                      </a:pPr>
                      <a:r>
                        <a:rPr sz="1350">
                          <a:latin typeface="+mj-ea"/>
                          <a:ea typeface="+mj-ea"/>
                          <a:cs typeface="+mj-ea"/>
                        </a:rPr>
                        <a:t>2026年8月</a:t>
                      </a:r>
                      <a:endParaRPr sz="1350" kern="100">
                        <a:latin typeface="+mj-ea"/>
                        <a:ea typeface="+mj-ea"/>
                        <a:cs typeface="+mj-ea"/>
                      </a:endParaRPr>
                    </a:p>
                  </a:txBody>
                  <a:tcPr marL="68580" marR="68580" marT="0" marB="0" anchor="ctr">
                    <a:solidFill>
                      <a:schemeClr val="accent1">
                        <a:lumMod val="40000"/>
                        <a:lumOff val="60000"/>
                      </a:schemeClr>
                    </a:solidFill>
                  </a:tcPr>
                </a:tc>
                <a:tc vMerge="1">
                  <a:txBody>
                    <a:bodyPr/>
                    <a:lstStyle/>
                    <a:p>
                      <a:pPr>
                        <a:buNone/>
                      </a:pPr>
                      <a:r>
                        <a:t>验证与成果</a:t>
                      </a:r>
                    </a:p>
                  </a:txBody>
                  <a:tcPr marL="68580" marR="68580" marT="0" marB="0" anchor="ctr">
                    <a:solidFill>
                      <a:schemeClr val="accent1">
                        <a:lumMod val="40000"/>
                        <a:lumOff val="60000"/>
                      </a:schemeClr>
                    </a:solidFill>
                  </a:tcPr>
                </a:tc>
                <a:tc>
                  <a:txBody>
                    <a:bodyPr/>
                    <a:lstStyle/>
                    <a:p>
                      <a:pPr algn="ctr">
                        <a:lnSpc>
                          <a:spcPct val="100000"/>
                        </a:lnSpc>
                        <a:spcBef>
                          <a:spcPts val="0"/>
                        </a:spcBef>
                        <a:spcAft>
                          <a:spcPts val="0"/>
                        </a:spcAft>
                        <a:buNone/>
                      </a:pPr>
                      <a:r>
                        <a:rPr sz="1350">
                          <a:latin typeface="+mj-ea"/>
                          <a:ea typeface="+mj-ea"/>
                          <a:cs typeface="+mj-ea"/>
                        </a:rPr>
                        <a:t>完成论文1投稿，构思论文2</a:t>
                      </a:r>
                      <a:endParaRPr sz="1350" kern="100">
                        <a:latin typeface="+mj-ea"/>
                        <a:ea typeface="+mj-ea"/>
                        <a:cs typeface="+mj-ea"/>
                      </a:endParaRPr>
                    </a:p>
                  </a:txBody>
                  <a:tcPr marL="68580" marR="68580" marT="0" marB="0" anchor="ctr"/>
                </a:tc>
                <a:tc>
                  <a:txBody>
                    <a:bodyPr/>
                    <a:lstStyle/>
                    <a:p>
                      <a:pPr algn="ctr">
                        <a:lnSpc>
                          <a:spcPct val="100000"/>
                        </a:lnSpc>
                        <a:spcBef>
                          <a:spcPts val="0"/>
                        </a:spcBef>
                        <a:spcAft>
                          <a:spcPts val="0"/>
                        </a:spcAft>
                        <a:buNone/>
                      </a:pPr>
                      <a:r>
                        <a:rPr sz="1350">
                          <a:latin typeface="+mj-ea"/>
                          <a:ea typeface="+mj-ea"/>
                          <a:cs typeface="+mj-ea"/>
                        </a:rPr>
                        <a:t>完成投稿并形成论文2框架</a:t>
                      </a:r>
                      <a:endParaRPr sz="1350" kern="100">
                        <a:latin typeface="+mj-ea"/>
                        <a:ea typeface="+mj-ea"/>
                        <a:cs typeface="+mj-ea"/>
                      </a:endParaRPr>
                    </a:p>
                  </a:txBody>
                  <a:tcPr marL="68580" marR="68580" marT="0" marB="0" anchor="ctr"/>
                </a:tc>
              </a:tr>
            </a:tbl>
          </a:graphicData>
        </a:graphic>
      </p:graphicFrame>
    </p:spTree>
    <p:extLst>
      <p:ext uri="{BB962C8B-B14F-4D97-AF65-F5344CB8AC3E}">
        <p14:creationId xmlns:p14="http://schemas.microsoft.com/office/powerpoint/2010/main" val="145698545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Text Box 4">
            <a:extLst xmlns:a="http://schemas.openxmlformats.org/drawingml/2006/main">
              <a:ext uri="{FF2B5EF4-FFF2-40B4-BE49-F238E27FC236}">
                <a16:creationId xmlns:a16="http://schemas.microsoft.com/office/drawing/2014/main" id="{B4FD624C-1DB4-4AE1-BD3F-1E8962675D0B}"/>
              </a:ext>
            </a:extLst>
          </p:cNvPr>
          <p:cNvSpPr>
            <a:spLocks xmlns:a="http://schemas.openxmlformats.org/drawingml/2006/main" noGrp="1"/>
          </p:cNvSpPr>
          <p:nvPr/>
        </p:nvSpPr>
        <p:spPr>
          <a:xfrm xmlns:a="http://schemas.openxmlformats.org/drawingml/2006/main">
            <a:off x="538917" y="571770"/>
            <a:ext cx="8064896" cy="4572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anchor="t">
            <a:spAutoFit/>
          </a:bodyPr>
          <a:lstStyle xmlns:a="http://schemas.openxmlformats.org/drawingml/2006/main"/>
          <a:p xmlns:a="http://schemas.openxmlformats.org/drawingml/2006/main">
            <a:pPr marL="306070" indent="-306070" defTabSz="457200">
              <a:lnSpc>
                <a:spcPct val="120000"/>
              </a:lnSpc>
              <a:spcBef>
                <a:spcPct val="20000"/>
              </a:spcBef>
              <a:spcAft>
                <a:spcPts val="600"/>
              </a:spcAft>
              <a:buClr>
                <a:schemeClr val="tx1"/>
              </a:buClr>
              <a:buSzPct val="92000"/>
              <a:buFont typeface="Wingdings"/>
              <a:buChar char="n"/>
            </a:pPr>
            <a:r>
              <a:rPr sz="2000" b="1">
                <a:latin typeface="+mj-ea"/>
                <a:ea typeface="+mj-ea"/>
                <a:cs typeface="+mj-ea"/>
              </a:rPr>
              <a:t>下一阶段聚焦四项验证</a:t>
            </a:r>
            <a:endParaRPr sz="2000" b="1" kern="100">
              <a:latin typeface="+mj-ea"/>
              <a:ea typeface="+mj-ea"/>
              <a:cs typeface="+mj-ea"/>
            </a:endParaRPr>
          </a:p>
        </p:txBody>
      </p:sp>
      <p:sp>
        <p:nvSpPr>
          <p:cNvPr id="6" name="Rectangle 163">
            <a:extLst xmlns:a="http://schemas.openxmlformats.org/drawingml/2006/main">
              <a:ext uri="{FF2B5EF4-FFF2-40B4-BE49-F238E27FC236}">
                <a16:creationId xmlns:a16="http://schemas.microsoft.com/office/drawing/2014/main" id="{6B0E8246-C7DA-4DF2-B61E-74EB76A37585}"/>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a:p>
        </p:txBody>
      </p:sp>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98582d1a24384f0a"/>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8" name="矩形 7">
            <a:extLst xmlns:a="http://schemas.openxmlformats.org/drawingml/2006/main">
              <a:ext uri="{FF2B5EF4-FFF2-40B4-BE49-F238E27FC236}">
                <a16:creationId xmlns:a16="http://schemas.microsoft.com/office/drawing/2014/main" id="{D2BFE01D-E4E6-461F-B7AB-1E85B7CD1BAB}"/>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a:spAutoFit/>
          </a:bodyPr>
          <a:lstStyle xmlns:a="http://schemas.openxmlformats.org/drawingml/2006/main"/>
          <a:p xmlns:a="http://schemas.openxmlformats.org/drawingml/2006/main">
            <a:pPr lvl="0" defTabSz="913765">
              <a:buNone/>
            </a:pPr>
            <a:r>
              <a:rPr sz="2400" b="1">
                <a:latin typeface="微软雅黑"/>
                <a:ea typeface="微软雅黑"/>
                <a:cs typeface="微软雅黑"/>
              </a:rPr>
              <a:t>三、下一步计划</a:t>
            </a:r>
            <a:endParaRPr sz="2400" b="1">
              <a:latin typeface="微软雅黑"/>
              <a:ea typeface="微软雅黑"/>
              <a:cs typeface="微软雅黑"/>
            </a:endParaRPr>
          </a:p>
        </p:txBody>
      </p:sp>
      <p:sp>
        <p:nvSpPr>
          <p:cNvPr id="2" name="文本框 1">
            <a:extLst xmlns:a="http://schemas.openxmlformats.org/drawingml/2006/main">
              <a:ext uri="{FF2B5EF4-FFF2-40B4-BE49-F238E27FC236}">
                <a16:creationId xmlns:a16="http://schemas.microsoft.com/office/drawing/2014/main" id="{0AA9B7C2-2878-4A6D-89F3-F81A1FD03C24}"/>
              </a:ext>
            </a:extLst>
          </p:cNvPr>
          <p:cNvSpPr>
            <a:spLocks xmlns:a="http://schemas.openxmlformats.org/drawingml/2006/main" noGrp="1"/>
          </p:cNvSpPr>
          <p:nvPr/>
        </p:nvSpPr>
        <p:spPr>
          <a:xfrm xmlns:a="http://schemas.openxmlformats.org/drawingml/2006/main">
            <a:off x="467995" y="1059180"/>
            <a:ext cx="7979410" cy="3256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342900" indent="-342900" algn="just">
              <a:lnSpc>
                <a:spcPct val="150000"/>
              </a:lnSpc>
              <a:spcBef>
                <a:spcPts val="500"/>
              </a:spcBef>
              <a:spcAft>
                <a:spcPts val="500"/>
              </a:spcAft>
              <a:buFont typeface="Wingdings"/>
              <a:buChar char="Ø"/>
            </a:pPr>
            <a:r>
              <a:rPr sz="1800">
                <a:solidFill>
                  <a:srgbClr val="000000"/>
                </a:solidFill>
                <a:latin typeface="+mj-ea"/>
                <a:ea typeface="+mj-ea"/>
                <a:cs typeface="+mj-ea"/>
              </a:rPr>
              <a:t>1. 批量实验｜100张工作票统一统计准确率、漏识别与误识别。</a:t>
            </a:r>
            <a:endParaRPr sz="1800" kern="100">
              <a:solidFill>
                <a:srgbClr val="000000"/>
              </a:solidFill>
              <a:latin typeface="+mj-ea"/>
              <a:ea typeface="+mj-ea"/>
              <a:cs typeface="+mj-ea"/>
            </a:endParaRPr>
          </a:p>
          <a:p xmlns:a="http://schemas.openxmlformats.org/drawingml/2006/main">
            <a:pPr marL="342900" indent="-342900" algn="just">
              <a:lnSpc>
                <a:spcPct val="150000"/>
              </a:lnSpc>
              <a:spcBef>
                <a:spcPts val="500"/>
              </a:spcBef>
              <a:spcAft>
                <a:spcPts val="500"/>
              </a:spcAft>
              <a:buFont typeface="Wingdings"/>
              <a:buChar char="Ø"/>
            </a:pPr>
            <a:r>
              <a:rPr sz="1800">
                <a:solidFill>
                  <a:srgbClr val="000000"/>
                </a:solidFill>
                <a:latin typeface="+mj-ea"/>
                <a:ea typeface="+mj-ea"/>
                <a:cs typeface="+mj-ea"/>
              </a:rPr>
              <a:t>2. 复杂版式｜补齐跨栏、跨页、异常样本和专业术语处理。</a:t>
            </a:r>
            <a:endParaRPr sz="1800" kern="100">
              <a:solidFill>
                <a:srgbClr val="000000"/>
              </a:solidFill>
              <a:latin typeface="+mj-ea"/>
              <a:ea typeface="+mj-ea"/>
              <a:cs typeface="+mj-ea"/>
            </a:endParaRPr>
          </a:p>
          <a:p xmlns:a="http://schemas.openxmlformats.org/drawingml/2006/main">
            <a:pPr marL="342900" indent="-342900" algn="just">
              <a:lnSpc>
                <a:spcPct val="150000"/>
              </a:lnSpc>
              <a:spcBef>
                <a:spcPts val="500"/>
              </a:spcBef>
              <a:spcAft>
                <a:spcPts val="500"/>
              </a:spcAft>
              <a:buFont typeface="Wingdings"/>
              <a:buChar char="Ø"/>
            </a:pPr>
            <a:r>
              <a:rPr sz="1800">
                <a:solidFill>
                  <a:srgbClr val="000000"/>
                </a:solidFill>
                <a:latin typeface="+mj-ea"/>
                <a:ea typeface="+mj-ea"/>
                <a:cs typeface="+mj-ea"/>
              </a:rPr>
              <a:t>3. 关联闭环｜验证设备编码、摄像头推荐和视频查询主流程。</a:t>
            </a:r>
            <a:endParaRPr kern="100">
              <a:solidFill>
                <a:srgbClr val="000000"/>
              </a:solidFill>
              <a:latin typeface="+mj-ea"/>
              <a:ea typeface="+mj-ea"/>
              <a:cs typeface="+mj-ea"/>
            </a:endParaRPr>
          </a:p>
          <a:p xmlns:a="http://schemas.openxmlformats.org/drawingml/2006/main">
            <a:pPr marL="342900" indent="-342900" algn="just">
              <a:lnSpc>
                <a:spcPct val="150000"/>
              </a:lnSpc>
              <a:spcBef>
                <a:spcPts val="500"/>
              </a:spcBef>
              <a:spcAft>
                <a:spcPts val="500"/>
              </a:spcAft>
              <a:buFont typeface="Wingdings"/>
              <a:buChar char="Ø"/>
            </a:pPr>
            <a:r>
              <a:rPr sz="1800">
                <a:solidFill>
                  <a:srgbClr val="000000"/>
                </a:solidFill>
                <a:latin typeface="+mj-ea"/>
                <a:ea typeface="+mj-ea"/>
                <a:cs typeface="+mj-ea"/>
              </a:rPr>
              <a:t>4. 应用成果｜验证平台兼容，完成论文1投稿并形成论文2框架。</a:t>
            </a:r>
            <a:endParaRPr kern="100">
              <a:solidFill>
                <a:srgbClr val="000000"/>
              </a:solidFill>
              <a:latin typeface="+mj-ea"/>
              <a:ea typeface="+mj-ea"/>
              <a:cs typeface="+mj-ea"/>
            </a:endParaRPr>
          </a:p>
        </p:txBody>
      </p:sp>
    </p:spTree>
    <p:extLst>
      <p:ext uri="{BB962C8B-B14F-4D97-AF65-F5344CB8AC3E}">
        <p14:creationId xmlns:p14="http://schemas.microsoft.com/office/powerpoint/2010/main" val="6535591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EDE6C8BB-BA84-4580-A862-600682183E57}"/>
              </a:ext>
            </a:extLst>
          </p:cNvPr>
          <p:cNvSpPr>
            <a:spLocks xmlns:a="http://schemas.openxmlformats.org/drawingml/2006/main" noGrp="1"/>
          </p:cNvSpPr>
          <p:nvPr/>
        </p:nvSpPr>
        <p:spPr>
          <a:xfrm xmlns:a="http://schemas.openxmlformats.org/drawingml/2006/main">
            <a:off x="611560" y="1563638"/>
            <a:ext cx="8064896" cy="2887980"/>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algn="ctr">
              <a:buNone/>
            </a:pPr>
            <a:r>
              <a:rPr sz="4000" b="1">
                <a:solidFill>
                  <a:srgbClr val="006666"/>
                </a:solidFill>
                <a:latin typeface="微软雅黑"/>
                <a:ea typeface="微软雅黑"/>
                <a:cs typeface="微软雅黑"/>
              </a:rPr>
              <a:t>阶段结论：课题1已具备集成验证基础</a:t>
            </a:r>
            <a:endParaRPr sz="4000" b="1">
              <a:solidFill>
                <a:srgbClr val="006666"/>
              </a:solidFill>
              <a:latin typeface="微软雅黑"/>
              <a:ea typeface="微软雅黑"/>
              <a:cs typeface="微软雅黑"/>
            </a:endParaRPr>
          </a:p>
          <a:p xmlns:a="http://schemas.openxmlformats.org/drawingml/2006/main">
            <a:pPr algn="ctr">
              <a:buNone/>
            </a:pPr>
            <a:r>
              <a:t/>
            </a:r>
            <a:endParaRPr sz="4000" b="1">
              <a:solidFill>
                <a:srgbClr val="C00000"/>
              </a:solidFill>
              <a:latin typeface="微软雅黑"/>
              <a:ea typeface="微软雅黑"/>
              <a:cs typeface="微软雅黑"/>
            </a:endParaRPr>
          </a:p>
          <a:p xmlns:a="http://schemas.openxmlformats.org/drawingml/2006/main">
            <a:pPr algn="ctr">
              <a:buNone/>
            </a:pPr>
            <a:r>
              <a:rPr sz="3000" b="1">
                <a:solidFill>
                  <a:srgbClr val="006666"/>
                </a:solidFill>
                <a:latin typeface="微软雅黑"/>
                <a:ea typeface="微软雅黑"/>
                <a:cs typeface="微软雅黑"/>
              </a:rPr>
              <a:t>下一步：批量验证 + 票视频关联闭环</a:t>
            </a:r>
            <a:endParaRPr sz="4500">
              <a:solidFill>
                <a:srgbClr val="006666"/>
              </a:solidFill>
            </a:endParaRPr>
          </a:p>
          <a:p xmlns:a="http://schemas.openxmlformats.org/drawingml/2006/main">
            <a:pPr algn="ctr">
              <a:buNone/>
            </a:pPr>
            <a:r>
              <a:rPr sz="3000" b="1">
                <a:solidFill>
                  <a:srgbClr val="006666"/>
                </a:solidFill>
                <a:latin typeface="微软雅黑"/>
                <a:ea typeface="微软雅黑"/>
                <a:cs typeface="微软雅黑"/>
              </a:rPr>
              <a:t/>
            </a:r>
            <a:endParaRPr sz="4500">
              <a:solidFill>
                <a:srgbClr val="006666"/>
              </a:solidFill>
            </a:endParaRPr>
          </a:p>
          <a:p xmlns:a="http://schemas.openxmlformats.org/drawingml/2006/main">
            <a:pPr algn="ctr">
              <a:buNone/>
            </a:pPr>
            <a:r>
              <a:rPr sz="3000" b="1">
                <a:solidFill>
                  <a:srgbClr val="006666"/>
                </a:solidFill>
                <a:latin typeface="微软雅黑"/>
                <a:ea typeface="微软雅黑"/>
                <a:cs typeface="微软雅黑"/>
              </a:rPr>
              <a:t>请各位专家批评指正</a:t>
            </a:r>
            <a:endParaRPr sz="4500">
              <a:solidFill>
                <a:srgbClr val="006666"/>
              </a:solidFill>
            </a:endParaRPr>
          </a:p>
        </p:txBody>
      </p:sp>
      <p:pic>
        <p:nvPicPr>
          <p:cNvPr id="5" name="Picture 2"/>
          <p:cNvPicPr>
            <a:picLocks xmlns:a="http://schemas.openxmlformats.org/drawingml/2006/main" noChangeAspect="1"/>
          </p:cNvPicPr>
          <p:nvPr/>
        </p:nvPicPr>
        <p:blipFill>
          <a:blip xmlns:r="http://schemas.openxmlformats.org/officeDocument/2006/relationships" xmlns:a="http://schemas.openxmlformats.org/drawingml/2006/main" r:embed="R64743524036c45d1"/>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93837306"/>
      </p:ext>
    </p:extLst>
  </p:cSld>
</p:sld>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2026-08-10T09:37:11.4150000Z</dcterms:created>
  <dcterms:modified xsi:type="dcterms:W3CDTF">2026-08-10T09:37:11.4150000Z</dcterms:modified>
</coreProperties>
</file>